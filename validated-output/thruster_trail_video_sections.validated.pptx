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12f07cb7134a38" /><Relationship Type="http://schemas.openxmlformats.org/officeDocument/2006/relationships/extended-properties" Target="/docProps/app.xml" Id="R01cd30e597af45b6" /><Relationship Type="http://schemas.openxmlformats.org/officeDocument/2006/relationships/officeDocument" Target="/ppt/presentation.xml" Id="Rc839b610a15743e3" /></Relationships>
</file>

<file path=ppt/presentation.xml><?xml version="1.0" encoding="utf-8"?>
<p:presentation xmlns:p="http://schemas.openxmlformats.org/presentationml/2006/main">
  <p:sldMasterIdLst>
    <p:sldMasterId xmlns:r="http://schemas.openxmlformats.org/officeDocument/2006/relationships" id="2147483648" r:id="R3a6d9445eb394e1d"/>
  </p:sldMasterIdLst>
  <p:notesMasterIdLst>
    <p:notesMasterId xmlns:r="http://schemas.openxmlformats.org/officeDocument/2006/relationships" r:id="R787caa7f7ce54e19"/>
  </p:notesMasterIdLst>
  <p:sldIdLst>
    <p:sldId xmlns:r="http://schemas.openxmlformats.org/officeDocument/2006/relationships" id="256" r:id="R055f704abc0e4813"/>
    <p:sldId xmlns:r="http://schemas.openxmlformats.org/officeDocument/2006/relationships" id="257" r:id="Rfec6b8701a484086"/>
    <p:sldId xmlns:r="http://schemas.openxmlformats.org/officeDocument/2006/relationships" id="258" r:id="R8190bcd01e1b4ade"/>
    <p:sldId xmlns:r="http://schemas.openxmlformats.org/officeDocument/2006/relationships" id="259" r:id="Ree5d11146e694486"/>
    <p:sldId xmlns:r="http://schemas.openxmlformats.org/officeDocument/2006/relationships" id="260" r:id="Rc0fb3615dc254722"/>
    <p:sldId xmlns:r="http://schemas.openxmlformats.org/officeDocument/2006/relationships" id="261" r:id="R6cebcbff4fcb4a25"/>
    <p:sldId xmlns:r="http://schemas.openxmlformats.org/officeDocument/2006/relationships" id="262" r:id="R8d760c94dfbb466b"/>
    <p:sldId xmlns:r="http://schemas.openxmlformats.org/officeDocument/2006/relationships" id="263" r:id="R3f0fba0e2c654a50"/>
    <p:sldId xmlns:r="http://schemas.openxmlformats.org/officeDocument/2006/relationships" id="264" r:id="R4cbf04aff10142db"/>
    <p:sldId xmlns:r="http://schemas.openxmlformats.org/officeDocument/2006/relationships" id="265" r:id="Rca5b236afa6a438c"/>
    <p:sldId xmlns:r="http://schemas.openxmlformats.org/officeDocument/2006/relationships" id="266" r:id="R0cb4bd7d2f80426d"/>
    <p:sldId xmlns:r="http://schemas.openxmlformats.org/officeDocument/2006/relationships" id="267" r:id="R3a03cf9ca65841b7"/>
    <p:sldId xmlns:r="http://schemas.openxmlformats.org/officeDocument/2006/relationships" id="268" r:id="Raaffcd17b66c427d"/>
    <p:sldId xmlns:r="http://schemas.openxmlformats.org/officeDocument/2006/relationships" id="269" r:id="R1056c09be8894abf"/>
    <p:sldId xmlns:r="http://schemas.openxmlformats.org/officeDocument/2006/relationships" id="270" r:id="R1564d0b8ccdb41fe"/>
    <p:sldId xmlns:r="http://schemas.openxmlformats.org/officeDocument/2006/relationships" id="271" r:id="R5dd36eeeeb9e43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a24695880f4dd3" /><Relationship Type="http://schemas.openxmlformats.org/officeDocument/2006/relationships/slideMaster" Target="/ppt/slideMasters/slideMaster1.xml" Id="R3a6d9445eb394e1d" /><Relationship Type="http://schemas.openxmlformats.org/officeDocument/2006/relationships/notesMaster" Target="/ppt/notesMasters/notesMaster1.xml" Id="R787caa7f7ce54e19" /><Relationship Type="http://schemas.openxmlformats.org/officeDocument/2006/relationships/presProps" Target="/ppt/presProps.xml" Id="R9943b7925b824da5" /><Relationship Type="http://schemas.openxmlformats.org/officeDocument/2006/relationships/tableStyles" Target="/ppt/tableStyles.xml" Id="R20b801cb10ac4a8c" /><Relationship Type="http://schemas.openxmlformats.org/officeDocument/2006/relationships/slide" Target="/ppt/slides/slide1.xml" Id="R055f704abc0e4813" /><Relationship Type="http://schemas.openxmlformats.org/officeDocument/2006/relationships/slide" Target="/ppt/slides/slide2.xml" Id="Rfec6b8701a484086" /><Relationship Type="http://schemas.openxmlformats.org/officeDocument/2006/relationships/slide" Target="/ppt/slides/slide3.xml" Id="R8190bcd01e1b4ade" /><Relationship Type="http://schemas.openxmlformats.org/officeDocument/2006/relationships/slide" Target="/ppt/slides/slide4.xml" Id="Ree5d11146e694486" /><Relationship Type="http://schemas.openxmlformats.org/officeDocument/2006/relationships/slide" Target="/ppt/slides/slide5.xml" Id="Rc0fb3615dc254722" /><Relationship Type="http://schemas.openxmlformats.org/officeDocument/2006/relationships/slide" Target="/ppt/slides/slide6.xml" Id="R6cebcbff4fcb4a25" /><Relationship Type="http://schemas.openxmlformats.org/officeDocument/2006/relationships/slide" Target="/ppt/slides/slide7.xml" Id="R8d760c94dfbb466b" /><Relationship Type="http://schemas.openxmlformats.org/officeDocument/2006/relationships/slide" Target="/ppt/slides/slide8.xml" Id="R3f0fba0e2c654a50" /><Relationship Type="http://schemas.openxmlformats.org/officeDocument/2006/relationships/slide" Target="/ppt/slides/slide9.xml" Id="R4cbf04aff10142db" /><Relationship Type="http://schemas.openxmlformats.org/officeDocument/2006/relationships/slide" Target="/ppt/slides/slide10.xml" Id="Rca5b236afa6a438c" /><Relationship Type="http://schemas.openxmlformats.org/officeDocument/2006/relationships/slide" Target="/ppt/slides/slide11.xml" Id="R0cb4bd7d2f80426d" /><Relationship Type="http://schemas.openxmlformats.org/officeDocument/2006/relationships/slide" Target="/ppt/slides/slide12.xml" Id="R3a03cf9ca65841b7" /><Relationship Type="http://schemas.openxmlformats.org/officeDocument/2006/relationships/slide" Target="/ppt/slides/slide13.xml" Id="Raaffcd17b66c427d" /><Relationship Type="http://schemas.openxmlformats.org/officeDocument/2006/relationships/slide" Target="/ppt/slides/slide14.xml" Id="R1056c09be8894abf" /><Relationship Type="http://schemas.openxmlformats.org/officeDocument/2006/relationships/slide" Target="/ppt/slides/slide15.xml" Id="R1564d0b8ccdb41fe" /><Relationship Type="http://schemas.openxmlformats.org/officeDocument/2006/relationships/slide" Target="/ppt/slides/slide16.xml" Id="R5dd36eeeeb9e43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bbf68945094a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ca1f05e88c4f6c" /><Relationship Type="http://schemas.openxmlformats.org/officeDocument/2006/relationships/notesMaster" Target="/ppt/notesMasters/notesMaster1.xml" Id="R9db5f045d24e46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d11b18842144d8" /><Relationship Type="http://schemas.openxmlformats.org/officeDocument/2006/relationships/notesMaster" Target="/ppt/notesMasters/notesMaster1.xml" Id="Ra8dd85d695634c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ddc2f182224924" /><Relationship Type="http://schemas.openxmlformats.org/officeDocument/2006/relationships/notesMaster" Target="/ppt/notesMasters/notesMaster1.xml" Id="R5f6e2b9b45234e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355003104a4286" /><Relationship Type="http://schemas.openxmlformats.org/officeDocument/2006/relationships/notesMaster" Target="/ppt/notesMasters/notesMaster1.xml" Id="R5e066b0c882442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f6ee038fd3445b" /><Relationship Type="http://schemas.openxmlformats.org/officeDocument/2006/relationships/notesMaster" Target="/ppt/notesMasters/notesMaster1.xml" Id="Reb19f7c579a94a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118c3db5454432" /><Relationship Type="http://schemas.openxmlformats.org/officeDocument/2006/relationships/notesMaster" Target="/ppt/notesMasters/notesMaster1.xml" Id="R71772a1e04194e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34e0bc675a4303" /><Relationship Type="http://schemas.openxmlformats.org/officeDocument/2006/relationships/notesMaster" Target="/ppt/notesMasters/notesMaster1.xml" Id="R61469c3463b846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3d527880c234ae6" /><Relationship Type="http://schemas.openxmlformats.org/officeDocument/2006/relationships/notesMaster" Target="/ppt/notesMasters/notesMaster1.xml" Id="R90ef036bbca940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db50b2c5556c46a8" /><Relationship Type="http://schemas.openxmlformats.org/officeDocument/2006/relationships/notesMaster" Target="/ppt/notesMasters/notesMaster1.xml" Id="R14865736ccd2403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209896101a47f8" /><Relationship Type="http://schemas.openxmlformats.org/officeDocument/2006/relationships/notesMaster" Target="/ppt/notesMasters/notesMaster1.xml" Id="R747ac0497ec942c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44dfd7a17b54ccc" /><Relationship Type="http://schemas.openxmlformats.org/officeDocument/2006/relationships/notesMaster" Target="/ppt/notesMasters/notesMaster1.xml" Id="R682808966a3342f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87344708ba5436d" /><Relationship Type="http://schemas.openxmlformats.org/officeDocument/2006/relationships/notesMaster" Target="/ppt/notesMasters/notesMaster1.xml" Id="R6eb6003643e14cb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443dc445e7b42d8" /><Relationship Type="http://schemas.openxmlformats.org/officeDocument/2006/relationships/notesMaster" Target="/ppt/notesMasters/notesMaster1.xml" Id="R705f7f1a63814d5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30d603afe69465c" /><Relationship Type="http://schemas.openxmlformats.org/officeDocument/2006/relationships/notesMaster" Target="/ppt/notesMasters/notesMaster1.xml" Id="R35b70df583e449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0085239780d4957" /><Relationship Type="http://schemas.openxmlformats.org/officeDocument/2006/relationships/notesMaster" Target="/ppt/notesMasters/notesMaster1.xml" Id="Rb2bf10fd848646e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c6094121da44078" /><Relationship Type="http://schemas.openxmlformats.org/officeDocument/2006/relationships/notesMaster" Target="/ppt/notesMasters/notesMaster1.xml" Id="R13b89fb4d0664d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本資料では、参考ゲームの光跡を観察し、Valkyrie Strike へ実装した技術と改善の過程を説明する。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参考映像ファイル: C:/Users/k024g/Videos/Captures/(3) PS Vita「マクロスΔスクランブル」プレイ動画 永遠のワルキューレ(前編) - YouTube - Google Chrome 2026-10-15 10-54-19.mp4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実装前比較用: C:/Users/k024g/Videos/Captures/VALKYRIE STRIKE 2026-10-17 20-03-09.mp4</a:t>
            </a:r>
          </a:p>
          <a:p xmlns:a="http://schemas.openxmlformats.org/drawingml/2006/main">
            <a:r>
              <a:t>参考用: C:/Users/k024g/Videos/Captures/(3) PS Vita「マクロスΔスクランブル」プレイ動画 永遠のワルキューレ(前編) - YouTube - Google Chrome 2026-10-15 10-54-19.mp4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目標は、固定の炎と光跡を別エフェクトとして離すのではなく、同じ経路を共有する噴射として描くこと。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実装場所: project/3D/Trail.cpp, project/Game/Player/BoosterEffect.cpp, project/resources/shaders/SpeedTrail.PS.hlsl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リボントレイルは、ノズルの過去位置の左右へ頂点を広げ、隣り合う点を結んだ帯状メッシュとして描く。今回はフレームごとではなく一定距離ごとに履歴点を追加する。高速移動で1フレームに距離を大きく進んだ場合は中間点を補い、頂点の間隔を保つ。各点には年齢を持たせ、古い点ほど幅と透明度を下げて尾を自然に消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実装動画: C:/Users/k024g/Videos/Captures/VALKYRIE STRIKE 2026-10-17 20-03-09.mp4</a:t>
            </a:r>
          </a:p>
          <a:p xmlns:a="http://schemas.openxmlformats.org/drawingml/2006/main">
            <a:r>
              <a:t>発表時には、枠内のサムネイルを実際の録画ファイルへ置き換える。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tmull-Romスプラインは、P0からP3までの4点を参照し、P1とP2の間を通る曲線を求める補間法。通常の均一パラメータでは点の間隔が偏ると曲線が大きくふくらんだり、ループしたりすることがある。Centripetal方式は点間距離に応じてパラメータを決めるため、この不自然なふくらみを抑えやすい。実装では現在のノズル口と排気方向に置いた仮想制御点を先頭へ加え、根元にも同じ補間を適用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実装動画: C:/Users/k024g/Videos/Captures/VALKYRIE STRIKE 2026-10-17 19-39-46.mp4</a:t>
            </a:r>
          </a:p>
          <a:p xmlns:a="http://schemas.openxmlformats.org/drawingml/2006/main">
            <a:r>
              <a:t>発表時には、枠内のサムネイルを実際の録画ファイルへ置き換える。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プライン・スイープメッシュは、中心となる曲線に断面形状を沿わせ、断面同士をつないで立体メッシュを作る方法。今回は10角形の断面を連続配置し、外炎・中間層・白い芯を重ねる。曲がった経路では断面の向きを毎回固定軸から決めると反転するため、Parallel Transport Frameで前の断面の向きを次の接線へ投影して引き継ぐ。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実装動画: C:/Users/k024g/Videos/Captures/VALKYRIE STRIKE 2026-10-17 15-20-31.mp4</a:t>
            </a:r>
          </a:p>
          <a:p xmlns:a="http://schemas.openxmlformats.org/drawingml/2006/main">
            <a:r>
              <a:t>発表時には、枠内のサムネイルを実際の録画ファイルへ置き換える。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加算ビルボードはカメラに正対する発光面で、ノズル根元を強く見せ、3Dモデルとの境目をなじませる。UVスクロールは光跡内部のテクスチャ座標を時間で動かし、静止した空間履歴にも流れを与える。マッハリングはコア層の周期的な明部で推力の強さを示す。ライフタイム・テーパーは各履歴点の経過時間から幅と透明度を下げ、尾を自然に消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実装動画: C:/Users/k024g/Videos/Captures/LE3B_13_ササナミ_ソウシ_VALKYRIESTRIKE.mp4</a:t>
            </a:r>
          </a:p>
          <a:p xmlns:a="http://schemas.openxmlformats.org/drawingml/2006/main">
            <a:r>
              <a:t>発表時には、枠内のサムネイルを実際の録画ファイルへ置き換える。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改善前は固定の直線炎と、空間履歴から作る光跡を別々に扱っていたため、両者の方向が切り替わる位置で直角のような折れ目が見えた。改善後はノズル口を共通の起点にし、仮想制御点を含むCentripetal Catmull-Rom曲線を生成する。リボントレイルとスプライン・スイープメッシュの両方へ同じ曲線を渡すことで、根元から一続きの弧として描画する。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ページの画像は、更新後のゲーム画面を使った動画サムネイル。発表時にはPowerPointの［挿入］→［ビデオ］→［このデバイス］から、更新後の録画ファイルをこの枠へ追加する。比較映像と同じ操作条件で急旋回、上昇、ロールを行うと、曲線の連続性を確認しやす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後は、変形後のノズル位置を調整して噴射の起点を正確に合わせる。ボス攻撃は予兆、弾道、着弾の表現を整えて正式版へ更新する。さらに被弾時のアラートを追加し、プレイヤーが危険を把握しやすい戦闘演出を作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ed1cd2e61f4b0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b87b38ef3674ab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2024258dfee4c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8fba2c2f515403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0a09af0f3594dd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be1f87955f40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10F60C-B540-472C-9A92-650F67F25F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FE38B47-7935-4D17-8807-055111C115D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3313AD5-D25E-4FA5-AC9C-9F732CFD2AB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C4AF42-80AF-4B40-BACB-E80616A2A3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0A28B8F-0CCF-49DB-8388-F312F6322B6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D27BC0D-D2F6-4BAF-8847-A45D76E58E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069AE6-4317-437F-8C20-234DCF15F3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A8B152-73E2-4E29-B445-6B94E65C3CC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ED2981-AF33-407B-8A15-B851BDB6CC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782DE6-FE9B-4086-9F96-61D1802FAF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c05d5154854dd9" /><Relationship Type="http://schemas.openxmlformats.org/officeDocument/2006/relationships/slideLayout" Target="/ppt/slideLayouts/slideLayout1.xml" Id="R84b3309e263e45f4" /><Relationship Type="http://schemas.openxmlformats.org/officeDocument/2006/relationships/slideLayout" Target="/ppt/slideLayouts/slideLayout2.xml" Id="R24a1216208cd4f2a" /><Relationship Type="http://schemas.openxmlformats.org/officeDocument/2006/relationships/slideLayout" Target="/ppt/slideLayouts/slideLayout3.xml" Id="R08b872b33c1d4509" /><Relationship Type="http://schemas.openxmlformats.org/officeDocument/2006/relationships/slideLayout" Target="/ppt/slideLayouts/slideLayout4.xml" Id="R6b72a5bfe4db4bf0" /><Relationship Type="http://schemas.openxmlformats.org/officeDocument/2006/relationships/slideLayout" Target="/ppt/slideLayouts/slideLayout5.xml" Id="R8846285d75814c52" /><Relationship Type="http://schemas.openxmlformats.org/officeDocument/2006/relationships/slideLayout" Target="/ppt/slideLayouts/slideLayout6.xml" Id="Rbe4e454c88d049c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b3309e263e45f4"/>
    <p:sldLayoutId xmlns:r="http://schemas.openxmlformats.org/officeDocument/2006/relationships" id="2147483650" r:id="R24a1216208cd4f2a"/>
    <p:sldLayoutId xmlns:r="http://schemas.openxmlformats.org/officeDocument/2006/relationships" id="2147483651" r:id="R08b872b33c1d4509"/>
    <p:sldLayoutId xmlns:r="http://schemas.openxmlformats.org/officeDocument/2006/relationships" id="2147483652" r:id="R6b72a5bfe4db4bf0"/>
    <p:sldLayoutId xmlns:r="http://schemas.openxmlformats.org/officeDocument/2006/relationships" id="2147483653" r:id="R8846285d75814c52"/>
    <p:sldLayoutId xmlns:r="http://schemas.openxmlformats.org/officeDocument/2006/relationships" id="2147483654" r:id="Rbe4e454c88d049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5981e57975145c1" /><Relationship Type="http://schemas.openxmlformats.org/officeDocument/2006/relationships/notesSlide" Target="/ppt/notesSlides/notesSlide1.xml" Id="R29a967edf79c4e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983f09f37da470f" /><Relationship Type="http://schemas.openxmlformats.org/officeDocument/2006/relationships/image" Target="/ppt/media/image.png" Id="R646e95591fe249fe" /><Relationship Type="http://schemas.openxmlformats.org/officeDocument/2006/relationships/notesSlide" Target="/ppt/notesSlides/notesSlide2.xml" Id="R8b4a58ec9acd40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a7dab77c81d416b" /><Relationship Type="http://schemas.openxmlformats.org/officeDocument/2006/relationships/image" Target="/ppt/media/image.jpeg" Id="R12596917054146a2" /><Relationship Type="http://schemas.openxmlformats.org/officeDocument/2006/relationships/image" Target="/ppt/media/image2.jpeg" Id="R21e9caee1e754266" /><Relationship Type="http://schemas.openxmlformats.org/officeDocument/2006/relationships/notesSlide" Target="/ppt/notesSlides/notesSlide3.xml" Id="Rcc92b3e14c624e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63b52978ef44bf5" /><Relationship Type="http://schemas.openxmlformats.org/officeDocument/2006/relationships/notesSlide" Target="/ppt/notesSlides/notesSlide4.xml" Id="R059158220a7940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59e0b19a0eb49e5" /><Relationship Type="http://schemas.openxmlformats.org/officeDocument/2006/relationships/notesSlide" Target="/ppt/notesSlides/notesSlide5.xml" Id="R72a11047459d42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e88d375852747d4" /><Relationship Type="http://schemas.openxmlformats.org/officeDocument/2006/relationships/notesSlide" Target="/ppt/notesSlides/notesSlide6.xml" Id="Ra364b4fc2d0c46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7cb0cd8e19a472f" /><Relationship Type="http://schemas.openxmlformats.org/officeDocument/2006/relationships/image" Target="/ppt/media/image2.png" Id="R3149bab768fd43c7" /><Relationship Type="http://schemas.openxmlformats.org/officeDocument/2006/relationships/notesSlide" Target="/ppt/notesSlides/notesSlide7.xml" Id="R5cb731d7f03340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c480729ab9f4a2c" /><Relationship Type="http://schemas.openxmlformats.org/officeDocument/2006/relationships/notesSlide" Target="/ppt/notesSlides/notesSlide8.xml" Id="Ra44ec455c9d34fc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3280a2563e64332" /><Relationship Type="http://schemas.openxmlformats.org/officeDocument/2006/relationships/image" Target="/ppt/media/image3.png" Id="R684667c77c4943ba" /><Relationship Type="http://schemas.openxmlformats.org/officeDocument/2006/relationships/notesSlide" Target="/ppt/notesSlides/notesSlide9.xml" Id="R5ca319738e9c45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08605bf39b3417b" /><Relationship Type="http://schemas.openxmlformats.org/officeDocument/2006/relationships/notesSlide" Target="/ppt/notesSlides/notesSlide10.xml" Id="R811e4ccdbc7f4f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ff78cc00a4a4630" /><Relationship Type="http://schemas.openxmlformats.org/officeDocument/2006/relationships/image" Target="/ppt/media/image4.png" Id="Raac12b1ab1ab4006" /><Relationship Type="http://schemas.openxmlformats.org/officeDocument/2006/relationships/notesSlide" Target="/ppt/notesSlides/notesSlide11.xml" Id="R9cf4c14603e6479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416d126d1b64cd6" /><Relationship Type="http://schemas.openxmlformats.org/officeDocument/2006/relationships/notesSlide" Target="/ppt/notesSlides/notesSlide12.xml" Id="R4208546757534cf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4002b84e72b4545" /><Relationship Type="http://schemas.openxmlformats.org/officeDocument/2006/relationships/image" Target="/ppt/media/image5.png" Id="R2df08254da5d423f" /><Relationship Type="http://schemas.openxmlformats.org/officeDocument/2006/relationships/notesSlide" Target="/ppt/notesSlides/notesSlide13.xml" Id="R091314ebe4574d1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d9161471e2243b0" /><Relationship Type="http://schemas.openxmlformats.org/officeDocument/2006/relationships/notesSlide" Target="/ppt/notesSlides/notesSlide14.xml" Id="R0516cabec4f1476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a23b980e07943a3" /><Relationship Type="http://schemas.openxmlformats.org/officeDocument/2006/relationships/image" Target="/ppt/media/image6.png" Id="R68bdfff5c02c4485" /><Relationship Type="http://schemas.openxmlformats.org/officeDocument/2006/relationships/notesSlide" Target="/ppt/notesSlides/notesSlide15.xml" Id="Rf7aa134549c74b4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4645aed9f45497c" /><Relationship Type="http://schemas.openxmlformats.org/officeDocument/2006/relationships/notesSlide" Target="/ppt/notesSlides/notesSlide16.xml" Id="Rd3ede32783a4441c" /></Relationships>
</file>

<file path=ppt/slides/slide1.xml><?xml version="1.0" encoding="utf-8"?>
<p:sld xmlns:p="http://schemas.openxmlformats.org/presentationml/2006/main">
  <p:cSld>
    <p:bg>
      <p:bgPr>
        <a:gradFill xmlns:a="http://schemas.openxmlformats.org/drawingml/2006/main">
          <a:gsLst>
            <a:gs pos="0">
              <a:srgbClr val="06111B"/>
            </a:gs>
            <a:gs pos="58000">
              <a:srgbClr val="0B2940"/>
            </a:gs>
            <a:gs pos="100000">
              <a:srgbClr val="251135"/>
            </a:gs>
          </a:gsLst>
          <a:lin ang="8100000"/>
        </a:gra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A05783-EE77-4790-AC0E-72628F8B32ED}"/>
              </a:ext>
            </a:extLst>
          </p:cNvPr>
          <p:cNvSpPr>
            <a:spLocks xmlns:a="http://schemas.openxmlformats.org/drawingml/2006/main" noGrp="1"/>
          </p:cNvSpPr>
          <p:nvPr/>
        </p:nvSpPr>
        <p:spPr>
          <a:xfrm xmlns:a="http://schemas.openxmlformats.org/drawingml/2006/main">
            <a:off x="647700" y="895350"/>
            <a:ext cx="95250" cy="42862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80FAF3-7F37-461D-BBC9-F0D6890483B1}"/>
              </a:ext>
            </a:extLst>
          </p:cNvPr>
          <p:cNvSpPr>
            <a:spLocks xmlns:a="http://schemas.openxmlformats.org/drawingml/2006/main" noGrp="1"/>
          </p:cNvSpPr>
          <p:nvPr/>
        </p:nvSpPr>
        <p:spPr>
          <a:xfrm xmlns:a="http://schemas.openxmlformats.org/drawingml/2006/main">
            <a:off x="1028700" y="1143000"/>
            <a:ext cx="8572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600" b="1">
                <a:solidFill>
                  <a:srgbClr val="FFFFFF"/>
                </a:solidFill>
              </a:defRPr>
            </a:defPPr>
            <a:lvl1pPr algn="l">
              <a:defRPr sz="3600" b="1">
                <a:solidFill>
                  <a:srgbClr val="FFFFFF"/>
                </a:solidFill>
              </a:defRPr>
            </a:lvl1pPr>
            <a:lvl2pPr algn="l">
              <a:defRPr sz="3600" b="1">
                <a:solidFill>
                  <a:srgbClr val="FFFFFF"/>
                </a:solidFill>
              </a:defRPr>
            </a:lvl2pPr>
            <a:lvl3pPr algn="l">
              <a:defRPr sz="3600" b="1">
                <a:solidFill>
                  <a:srgbClr val="FFFFFF"/>
                </a:solidFill>
              </a:defRPr>
            </a:lvl3pPr>
            <a:lvl4pPr algn="l">
              <a:defRPr sz="3600" b="1">
                <a:solidFill>
                  <a:srgbClr val="FFFFFF"/>
                </a:solidFill>
              </a:defRPr>
            </a:lvl4pPr>
            <a:lvl5pPr algn="l">
              <a:defRPr sz="3600" b="1">
                <a:solidFill>
                  <a:srgbClr val="FFFFFF"/>
                </a:solidFill>
              </a:defRPr>
            </a:lvl5pPr>
            <a:lvl6pPr algn="l">
              <a:defRPr sz="3600" b="1">
                <a:solidFill>
                  <a:srgbClr val="FFFFFF"/>
                </a:solidFill>
              </a:defRPr>
            </a:lvl6pPr>
            <a:lvl7pPr algn="l">
              <a:defRPr sz="3600" b="1">
                <a:solidFill>
                  <a:srgbClr val="FFFFFF"/>
                </a:solidFill>
              </a:defRPr>
            </a:lvl7pPr>
            <a:lvl8pPr algn="l">
              <a:defRPr sz="3600" b="1">
                <a:solidFill>
                  <a:srgbClr val="FFFFFF"/>
                </a:solidFill>
              </a:defRPr>
            </a:lvl8pPr>
            <a:lvl9pPr algn="l">
              <a:defRPr sz="3600" b="1">
                <a:solidFill>
                  <a:srgbClr val="FFFFFF"/>
                </a:solidFill>
              </a:defRPr>
            </a:lvl9pPr>
          </a:lstStyle>
          <a:p xmlns:a="http://schemas.openxmlformats.org/drawingml/2006/main">
            <a:pPr algn="l">
              <a:defRPr sz="3600" b="1">
                <a:solidFill>
                  <a:srgbClr val="FFFFFF"/>
                </a:solidFill>
              </a:defRPr>
            </a:pPr>
            <a:r>
              <a:rPr sz="3600" b="1">
                <a:solidFill>
                  <a:srgbClr val="FFFFFF"/>
                </a:solidFill>
              </a:rPr>
              <a:t>スラスター光跡の設計と改善</a:t>
            </a:r>
          </a:p>
        </p:txBody>
      </p:sp>
      <p:sp>
        <p:nvSpPr>
          <p:cNvPr id="3" name="">
            <a:extLst xmlns:a="http://schemas.openxmlformats.org/drawingml/2006/main">
              <a:ext uri="{FF2B5EF4-FFF2-40B4-BE49-F238E27FC236}">
                <a16:creationId xmlns:a16="http://schemas.microsoft.com/office/drawing/2014/main" id="{5DBC8165-FDD5-422D-9660-9CC2CF3220B4}"/>
              </a:ext>
            </a:extLst>
          </p:cNvPr>
          <p:cNvSpPr>
            <a:spLocks xmlns:a="http://schemas.openxmlformats.org/drawingml/2006/main" noGrp="1"/>
          </p:cNvSpPr>
          <p:nvPr/>
        </p:nvSpPr>
        <p:spPr>
          <a:xfrm xmlns:a="http://schemas.openxmlformats.org/drawingml/2006/main">
            <a:off x="1066800" y="2428875"/>
            <a:ext cx="704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A8C1D1"/>
                </a:solidFill>
              </a:defRPr>
            </a:defPPr>
            <a:lvl1pPr algn="l">
              <a:defRPr sz="1875" b="0">
                <a:solidFill>
                  <a:srgbClr val="A8C1D1"/>
                </a:solidFill>
              </a:defRPr>
            </a:lvl1pPr>
            <a:lvl2pPr algn="l">
              <a:defRPr sz="1875" b="0">
                <a:solidFill>
                  <a:srgbClr val="A8C1D1"/>
                </a:solidFill>
              </a:defRPr>
            </a:lvl2pPr>
            <a:lvl3pPr algn="l">
              <a:defRPr sz="1875" b="0">
                <a:solidFill>
                  <a:srgbClr val="A8C1D1"/>
                </a:solidFill>
              </a:defRPr>
            </a:lvl3pPr>
            <a:lvl4pPr algn="l">
              <a:defRPr sz="1875" b="0">
                <a:solidFill>
                  <a:srgbClr val="A8C1D1"/>
                </a:solidFill>
              </a:defRPr>
            </a:lvl4pPr>
            <a:lvl5pPr algn="l">
              <a:defRPr sz="1875" b="0">
                <a:solidFill>
                  <a:srgbClr val="A8C1D1"/>
                </a:solidFill>
              </a:defRPr>
            </a:lvl5pPr>
            <a:lvl6pPr algn="l">
              <a:defRPr sz="1875" b="0">
                <a:solidFill>
                  <a:srgbClr val="A8C1D1"/>
                </a:solidFill>
              </a:defRPr>
            </a:lvl6pPr>
            <a:lvl7pPr algn="l">
              <a:defRPr sz="1875" b="0">
                <a:solidFill>
                  <a:srgbClr val="A8C1D1"/>
                </a:solidFill>
              </a:defRPr>
            </a:lvl7pPr>
            <a:lvl8pPr algn="l">
              <a:defRPr sz="1875" b="0">
                <a:solidFill>
                  <a:srgbClr val="A8C1D1"/>
                </a:solidFill>
              </a:defRPr>
            </a:lvl8pPr>
            <a:lvl9pPr algn="l">
              <a:defRPr sz="1875" b="0">
                <a:solidFill>
                  <a:srgbClr val="A8C1D1"/>
                </a:solidFill>
              </a:defRPr>
            </a:lvl9pPr>
          </a:lstStyle>
          <a:p xmlns:a="http://schemas.openxmlformats.org/drawingml/2006/main">
            <a:pPr algn="l">
              <a:defRPr sz="1875" b="0">
                <a:solidFill>
                  <a:srgbClr val="A8C1D1"/>
                </a:solidFill>
              </a:defRPr>
            </a:pPr>
            <a:r>
              <a:rPr sz="1875" b="0">
                <a:solidFill>
                  <a:srgbClr val="A8C1D1"/>
                </a:solidFill>
              </a:rPr>
              <a:t>『マクロスΔスクランブル』を参考にした</a:t>
            </a:r>
          </a:p>
          <a:p xmlns:a="http://schemas.openxmlformats.org/drawingml/2006/main">
            <a:pPr algn="l">
              <a:defRPr sz="1875" b="0">
                <a:solidFill>
                  <a:srgbClr val="A8C1D1"/>
                </a:solidFill>
              </a:defRPr>
            </a:pPr>
            <a:r>
              <a:rPr sz="1875" b="0">
                <a:solidFill>
                  <a:srgbClr val="A8C1D1"/>
                </a:solidFill>
              </a:rPr>
              <a:t>Valkyrie Strike のスラスター表現</a:t>
            </a:r>
          </a:p>
        </p:txBody>
      </p:sp>
      <p:sp>
        <p:nvSpPr>
          <p:cNvPr id="4" name="">
            <a:extLst xmlns:a="http://schemas.openxmlformats.org/drawingml/2006/main">
              <a:ext uri="{FF2B5EF4-FFF2-40B4-BE49-F238E27FC236}">
                <a16:creationId xmlns:a16="http://schemas.microsoft.com/office/drawing/2014/main" id="{B821C5E3-E6B6-4F53-85C8-1B7B05D20BBC}"/>
              </a:ext>
            </a:extLst>
          </p:cNvPr>
          <p:cNvSpPr>
            <a:spLocks xmlns:a="http://schemas.openxmlformats.org/drawingml/2006/main" noGrp="1"/>
          </p:cNvSpPr>
          <p:nvPr/>
        </p:nvSpPr>
        <p:spPr>
          <a:xfrm xmlns:a="http://schemas.openxmlformats.org/drawingml/2006/main">
            <a:off x="1066800" y="3714750"/>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39D7FF"/>
                </a:solidFill>
              </a:defRPr>
            </a:defPPr>
            <a:lvl1pPr algn="l">
              <a:defRPr sz="1425" b="1">
                <a:solidFill>
                  <a:srgbClr val="39D7FF"/>
                </a:solidFill>
              </a:defRPr>
            </a:lvl1pPr>
            <a:lvl2pPr algn="l">
              <a:defRPr sz="1425" b="1">
                <a:solidFill>
                  <a:srgbClr val="39D7FF"/>
                </a:solidFill>
              </a:defRPr>
            </a:lvl2pPr>
            <a:lvl3pPr algn="l">
              <a:defRPr sz="1425" b="1">
                <a:solidFill>
                  <a:srgbClr val="39D7FF"/>
                </a:solidFill>
              </a:defRPr>
            </a:lvl3pPr>
            <a:lvl4pPr algn="l">
              <a:defRPr sz="1425" b="1">
                <a:solidFill>
                  <a:srgbClr val="39D7FF"/>
                </a:solidFill>
              </a:defRPr>
            </a:lvl4pPr>
            <a:lvl5pPr algn="l">
              <a:defRPr sz="1425" b="1">
                <a:solidFill>
                  <a:srgbClr val="39D7FF"/>
                </a:solidFill>
              </a:defRPr>
            </a:lvl5pPr>
            <a:lvl6pPr algn="l">
              <a:defRPr sz="1425" b="1">
                <a:solidFill>
                  <a:srgbClr val="39D7FF"/>
                </a:solidFill>
              </a:defRPr>
            </a:lvl6pPr>
            <a:lvl7pPr algn="l">
              <a:defRPr sz="1425" b="1">
                <a:solidFill>
                  <a:srgbClr val="39D7FF"/>
                </a:solidFill>
              </a:defRPr>
            </a:lvl7pPr>
            <a:lvl8pPr algn="l">
              <a:defRPr sz="1425" b="1">
                <a:solidFill>
                  <a:srgbClr val="39D7FF"/>
                </a:solidFill>
              </a:defRPr>
            </a:lvl8pPr>
            <a:lvl9pPr algn="l">
              <a:defRPr sz="1425" b="1">
                <a:solidFill>
                  <a:srgbClr val="39D7FF"/>
                </a:solidFill>
              </a:defRPr>
            </a:lvl9pPr>
          </a:lstStyle>
          <a:p xmlns:a="http://schemas.openxmlformats.org/drawingml/2006/main">
            <a:pPr algn="l">
              <a:defRPr sz="1425" b="1">
                <a:solidFill>
                  <a:srgbClr val="39D7FF"/>
                </a:solidFill>
              </a:defRPr>
            </a:pPr>
            <a:r>
              <a:rPr sz="1425" b="1">
                <a:solidFill>
                  <a:srgbClr val="39D7FF"/>
                </a:solidFill>
              </a:rPr>
              <a:t>空間履歴／リボントレイル／曲線補間／曲がる立体炎</a:t>
            </a:r>
          </a:p>
        </p:txBody>
      </p:sp>
      <p:sp>
        <p:nvSpPr>
          <p:cNvPr id="5" name="">
            <a:extLst xmlns:a="http://schemas.openxmlformats.org/drawingml/2006/main">
              <a:ext uri="{FF2B5EF4-FFF2-40B4-BE49-F238E27FC236}">
                <a16:creationId xmlns:a16="http://schemas.microsoft.com/office/drawing/2014/main" id="{E487F75A-37FB-4D6C-9840-F334119E33A4}"/>
              </a:ext>
            </a:extLst>
          </p:cNvPr>
          <p:cNvSpPr>
            <a:spLocks xmlns:a="http://schemas.openxmlformats.org/drawingml/2006/main" noGrp="1"/>
          </p:cNvSpPr>
          <p:nvPr/>
        </p:nvSpPr>
        <p:spPr>
          <a:xfrm xmlns:a="http://schemas.openxmlformats.org/drawingml/2006/main">
            <a:off x="8572500" y="1619250"/>
            <a:ext cx="2333625" cy="2381250"/>
          </a:xfrm>
          <a:prstGeom xmlns:a="http://schemas.openxmlformats.org/drawingml/2006/main" prst="roundRect">
            <a:avLst>
              <a:gd name="adj" fmla="val 3265"/>
            </a:avLst>
          </a:prstGeom>
          <a:solidFill xmlns:a="http://schemas.openxmlformats.org/drawingml/2006/main">
            <a:srgbClr val="0B2132"/>
          </a:solidFill>
          <a:ln xmlns:a="http://schemas.openxmlformats.org/drawingml/2006/main" w="9525">
            <a:solidFill>
              <a:srgbClr val="F161D5"/>
            </a:solidFill>
            <a:prstDash val="solid"/>
          </a:ln>
        </p:spPr>
      </p:sp>
      <p:sp>
        <p:nvSpPr>
          <p:cNvPr id="6" name="">
            <a:extLst xmlns:a="http://schemas.openxmlformats.org/drawingml/2006/main">
              <a:ext uri="{FF2B5EF4-FFF2-40B4-BE49-F238E27FC236}">
                <a16:creationId xmlns:a16="http://schemas.microsoft.com/office/drawing/2014/main" id="{E47919C8-F6D5-4AFC-B1C7-F72891B40D76}"/>
              </a:ext>
            </a:extLst>
          </p:cNvPr>
          <p:cNvSpPr>
            <a:spLocks xmlns:a="http://schemas.openxmlformats.org/drawingml/2006/main" noGrp="1"/>
          </p:cNvSpPr>
          <p:nvPr/>
        </p:nvSpPr>
        <p:spPr>
          <a:xfrm xmlns:a="http://schemas.openxmlformats.org/drawingml/2006/main">
            <a:off x="8858250" y="2095500"/>
            <a:ext cx="17621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75" b="1">
                <a:solidFill>
                  <a:srgbClr val="F161D5"/>
                </a:solidFill>
              </a:defRPr>
            </a:defPPr>
            <a:lvl1pPr algn="ctr">
              <a:defRPr sz="2175" b="1">
                <a:solidFill>
                  <a:srgbClr val="F161D5"/>
                </a:solidFill>
              </a:defRPr>
            </a:lvl1pPr>
            <a:lvl2pPr algn="ctr">
              <a:defRPr sz="2175" b="1">
                <a:solidFill>
                  <a:srgbClr val="F161D5"/>
                </a:solidFill>
              </a:defRPr>
            </a:lvl2pPr>
            <a:lvl3pPr algn="ctr">
              <a:defRPr sz="2175" b="1">
                <a:solidFill>
                  <a:srgbClr val="F161D5"/>
                </a:solidFill>
              </a:defRPr>
            </a:lvl3pPr>
            <a:lvl4pPr algn="ctr">
              <a:defRPr sz="2175" b="1">
                <a:solidFill>
                  <a:srgbClr val="F161D5"/>
                </a:solidFill>
              </a:defRPr>
            </a:lvl4pPr>
            <a:lvl5pPr algn="ctr">
              <a:defRPr sz="2175" b="1">
                <a:solidFill>
                  <a:srgbClr val="F161D5"/>
                </a:solidFill>
              </a:defRPr>
            </a:lvl5pPr>
            <a:lvl6pPr algn="ctr">
              <a:defRPr sz="2175" b="1">
                <a:solidFill>
                  <a:srgbClr val="F161D5"/>
                </a:solidFill>
              </a:defRPr>
            </a:lvl6pPr>
            <a:lvl7pPr algn="ctr">
              <a:defRPr sz="2175" b="1">
                <a:solidFill>
                  <a:srgbClr val="F161D5"/>
                </a:solidFill>
              </a:defRPr>
            </a:lvl7pPr>
            <a:lvl8pPr algn="ctr">
              <a:defRPr sz="2175" b="1">
                <a:solidFill>
                  <a:srgbClr val="F161D5"/>
                </a:solidFill>
              </a:defRPr>
            </a:lvl8pPr>
            <a:lvl9pPr algn="ctr">
              <a:defRPr sz="2175" b="1">
                <a:solidFill>
                  <a:srgbClr val="F161D5"/>
                </a:solidFill>
              </a:defRPr>
            </a:lvl9pPr>
          </a:lstStyle>
          <a:p xmlns:a="http://schemas.openxmlformats.org/drawingml/2006/main">
            <a:pPr algn="ctr">
              <a:defRPr sz="2175" b="1">
                <a:solidFill>
                  <a:srgbClr val="F161D5"/>
                </a:solidFill>
              </a:defRPr>
            </a:pPr>
            <a:r>
              <a:rPr sz="2175" b="1">
                <a:solidFill>
                  <a:srgbClr val="F161D5"/>
                </a:solidFill>
              </a:rPr>
              <a:t>THRUSTER</a:t>
            </a:r>
          </a:p>
          <a:p xmlns:a="http://schemas.openxmlformats.org/drawingml/2006/main">
            <a:pPr algn="ctr">
              <a:defRPr sz="2175" b="1">
                <a:solidFill>
                  <a:srgbClr val="F161D5"/>
                </a:solidFill>
              </a:defRPr>
            </a:pPr>
            <a:r>
              <a:rPr sz="2175" b="1">
                <a:solidFill>
                  <a:srgbClr val="F161D5"/>
                </a:solidFill>
              </a:rPr>
              <a:t>TRAIL</a:t>
            </a:r>
          </a:p>
        </p:txBody>
      </p:sp>
      <p:sp>
        <p:nvSpPr>
          <p:cNvPr id="7" name="">
            <a:extLst xmlns:a="http://schemas.openxmlformats.org/drawingml/2006/main">
              <a:ext uri="{FF2B5EF4-FFF2-40B4-BE49-F238E27FC236}">
                <a16:creationId xmlns:a16="http://schemas.microsoft.com/office/drawing/2014/main" id="{9687A382-F2DF-41E5-BD34-F85208466A86}"/>
              </a:ext>
            </a:extLst>
          </p:cNvPr>
          <p:cNvSpPr>
            <a:spLocks xmlns:a="http://schemas.openxmlformats.org/drawingml/2006/main" noGrp="1"/>
          </p:cNvSpPr>
          <p:nvPr/>
        </p:nvSpPr>
        <p:spPr>
          <a:xfrm xmlns:a="http://schemas.openxmlformats.org/drawingml/2006/main">
            <a:off x="8858250" y="3219450"/>
            <a:ext cx="1762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0">
                <a:solidFill>
                  <a:srgbClr val="A8C1D1"/>
                </a:solidFill>
              </a:defRPr>
            </a:defPPr>
            <a:lvl1pPr algn="ctr">
              <a:defRPr sz="1200" b="0">
                <a:solidFill>
                  <a:srgbClr val="A8C1D1"/>
                </a:solidFill>
              </a:defRPr>
            </a:lvl1pPr>
            <a:lvl2pPr algn="ctr">
              <a:defRPr sz="1200" b="0">
                <a:solidFill>
                  <a:srgbClr val="A8C1D1"/>
                </a:solidFill>
              </a:defRPr>
            </a:lvl2pPr>
            <a:lvl3pPr algn="ctr">
              <a:defRPr sz="1200" b="0">
                <a:solidFill>
                  <a:srgbClr val="A8C1D1"/>
                </a:solidFill>
              </a:defRPr>
            </a:lvl3pPr>
            <a:lvl4pPr algn="ctr">
              <a:defRPr sz="1200" b="0">
                <a:solidFill>
                  <a:srgbClr val="A8C1D1"/>
                </a:solidFill>
              </a:defRPr>
            </a:lvl4pPr>
            <a:lvl5pPr algn="ctr">
              <a:defRPr sz="1200" b="0">
                <a:solidFill>
                  <a:srgbClr val="A8C1D1"/>
                </a:solidFill>
              </a:defRPr>
            </a:lvl5pPr>
            <a:lvl6pPr algn="ctr">
              <a:defRPr sz="1200" b="0">
                <a:solidFill>
                  <a:srgbClr val="A8C1D1"/>
                </a:solidFill>
              </a:defRPr>
            </a:lvl6pPr>
            <a:lvl7pPr algn="ctr">
              <a:defRPr sz="1200" b="0">
                <a:solidFill>
                  <a:srgbClr val="A8C1D1"/>
                </a:solidFill>
              </a:defRPr>
            </a:lvl7pPr>
            <a:lvl8pPr algn="ctr">
              <a:defRPr sz="1200" b="0">
                <a:solidFill>
                  <a:srgbClr val="A8C1D1"/>
                </a:solidFill>
              </a:defRPr>
            </a:lvl8pPr>
            <a:lvl9pPr algn="ctr">
              <a:defRPr sz="1200" b="0">
                <a:solidFill>
                  <a:srgbClr val="A8C1D1"/>
                </a:solidFill>
              </a:defRPr>
            </a:lvl9pPr>
          </a:lstStyle>
          <a:p xmlns:a="http://schemas.openxmlformats.org/drawingml/2006/main">
            <a:pPr algn="ctr">
              <a:defRPr sz="1200" b="0">
                <a:solidFill>
                  <a:srgbClr val="A8C1D1"/>
                </a:solidFill>
              </a:defRPr>
            </a:pPr>
            <a:r>
              <a:rPr sz="1200" b="0">
                <a:solidFill>
                  <a:srgbClr val="A8C1D1"/>
                </a:solidFill>
              </a:rPr>
              <a:t>技術説明スライド</a:t>
            </a:r>
          </a:p>
        </p:txBody>
      </p:sp>
    </p:spTree>
    <p:extLst>
      <p:ext uri="{BB962C8B-B14F-4D97-AF65-F5344CB8AC3E}">
        <p14:creationId xmlns:p14="http://schemas.microsoft.com/office/powerpoint/2010/main" val="1635448923"/>
      </p:ext>
    </p:extLst>
  </p:cSld>
</p:sld>
</file>

<file path=ppt/slides/slide2.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2AFE501-C7D2-4A1C-B417-F513BDC39147}"/>
              </a:ext>
            </a:extLst>
          </p:cNvPr>
          <p:cNvSpPr>
            <a:spLocks xmlns:a="http://schemas.openxmlformats.org/drawingml/2006/main" noGrp="1"/>
          </p:cNvSpPr>
          <p:nvPr/>
        </p:nvSpPr>
        <p:spPr>
          <a:xfrm xmlns:a="http://schemas.openxmlformats.org/drawingml/2006/main">
            <a:off x="647700" y="4000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a:solidFill>
                  <a:srgbClr val="FFFFFF"/>
                </a:solidFill>
              </a:defRPr>
            </a:defPPr>
            <a:lvl1pPr algn="l">
              <a:defRPr sz="2475" b="1">
                <a:solidFill>
                  <a:srgbClr val="FFFFFF"/>
                </a:solidFill>
              </a:defRPr>
            </a:lvl1pPr>
            <a:lvl2pPr algn="l">
              <a:defRPr sz="2475" b="1">
                <a:solidFill>
                  <a:srgbClr val="FFFFFF"/>
                </a:solidFill>
              </a:defRPr>
            </a:lvl2pPr>
            <a:lvl3pPr algn="l">
              <a:defRPr sz="2475" b="1">
                <a:solidFill>
                  <a:srgbClr val="FFFFFF"/>
                </a:solidFill>
              </a:defRPr>
            </a:lvl3pPr>
            <a:lvl4pPr algn="l">
              <a:defRPr sz="2475" b="1">
                <a:solidFill>
                  <a:srgbClr val="FFFFFF"/>
                </a:solidFill>
              </a:defRPr>
            </a:lvl4pPr>
            <a:lvl5pPr algn="l">
              <a:defRPr sz="2475" b="1">
                <a:solidFill>
                  <a:srgbClr val="FFFFFF"/>
                </a:solidFill>
              </a:defRPr>
            </a:lvl5pPr>
            <a:lvl6pPr algn="l">
              <a:defRPr sz="2475" b="1">
                <a:solidFill>
                  <a:srgbClr val="FFFFFF"/>
                </a:solidFill>
              </a:defRPr>
            </a:lvl6pPr>
            <a:lvl7pPr algn="l">
              <a:defRPr sz="2475" b="1">
                <a:solidFill>
                  <a:srgbClr val="FFFFFF"/>
                </a:solidFill>
              </a:defRPr>
            </a:lvl7pPr>
            <a:lvl8pPr algn="l">
              <a:defRPr sz="2475" b="1">
                <a:solidFill>
                  <a:srgbClr val="FFFFFF"/>
                </a:solidFill>
              </a:defRPr>
            </a:lvl8pPr>
            <a:lvl9pPr algn="l">
              <a:defRPr sz="2475" b="1">
                <a:solidFill>
                  <a:srgbClr val="FFFFFF"/>
                </a:solidFill>
              </a:defRPr>
            </a:lvl9pPr>
          </a:lstStyle>
          <a:p xmlns:a="http://schemas.openxmlformats.org/drawingml/2006/main">
            <a:pPr algn="l">
              <a:defRPr sz="2475" b="1">
                <a:solidFill>
                  <a:srgbClr val="FFFFFF"/>
                </a:solidFill>
              </a:defRPr>
            </a:pPr>
            <a:r>
              <a:rPr sz="2475" b="1">
                <a:solidFill>
                  <a:srgbClr val="FFFFFF"/>
                </a:solidFill>
              </a:rPr>
              <a:t>題材にしたゲーム</a:t>
            </a:r>
          </a:p>
        </p:txBody>
      </p:sp>
      <p:sp>
        <p:nvSpPr>
          <p:cNvPr id="2" name="">
            <a:extLst xmlns:a="http://schemas.openxmlformats.org/drawingml/2006/main">
              <a:ext uri="{FF2B5EF4-FFF2-40B4-BE49-F238E27FC236}">
                <a16:creationId xmlns:a16="http://schemas.microsoft.com/office/drawing/2014/main" id="{00E2F423-4772-4CF8-B89A-D47F7F56A18B}"/>
              </a:ext>
            </a:extLst>
          </p:cNvPr>
          <p:cNvSpPr>
            <a:spLocks xmlns:a="http://schemas.openxmlformats.org/drawingml/2006/main" noGrp="1"/>
          </p:cNvSpPr>
          <p:nvPr/>
        </p:nvSpPr>
        <p:spPr>
          <a:xfrm xmlns:a="http://schemas.openxmlformats.org/drawingml/2006/main">
            <a:off x="10877550" y="4953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39D7FF"/>
                </a:solidFill>
              </a:defRPr>
            </a:defPPr>
            <a:lvl1pPr algn="r">
              <a:defRPr sz="1050" b="1">
                <a:solidFill>
                  <a:srgbClr val="39D7FF"/>
                </a:solidFill>
              </a:defRPr>
            </a:lvl1pPr>
            <a:lvl2pPr algn="r">
              <a:defRPr sz="1050" b="1">
                <a:solidFill>
                  <a:srgbClr val="39D7FF"/>
                </a:solidFill>
              </a:defRPr>
            </a:lvl2pPr>
            <a:lvl3pPr algn="r">
              <a:defRPr sz="1050" b="1">
                <a:solidFill>
                  <a:srgbClr val="39D7FF"/>
                </a:solidFill>
              </a:defRPr>
            </a:lvl3pPr>
            <a:lvl4pPr algn="r">
              <a:defRPr sz="1050" b="1">
                <a:solidFill>
                  <a:srgbClr val="39D7FF"/>
                </a:solidFill>
              </a:defRPr>
            </a:lvl4pPr>
            <a:lvl5pPr algn="r">
              <a:defRPr sz="1050" b="1">
                <a:solidFill>
                  <a:srgbClr val="39D7FF"/>
                </a:solidFill>
              </a:defRPr>
            </a:lvl5pPr>
            <a:lvl6pPr algn="r">
              <a:defRPr sz="1050" b="1">
                <a:solidFill>
                  <a:srgbClr val="39D7FF"/>
                </a:solidFill>
              </a:defRPr>
            </a:lvl6pPr>
            <a:lvl7pPr algn="r">
              <a:defRPr sz="1050" b="1">
                <a:solidFill>
                  <a:srgbClr val="39D7FF"/>
                </a:solidFill>
              </a:defRPr>
            </a:lvl7pPr>
            <a:lvl8pPr algn="r">
              <a:defRPr sz="1050" b="1">
                <a:solidFill>
                  <a:srgbClr val="39D7FF"/>
                </a:solidFill>
              </a:defRPr>
            </a:lvl8pPr>
            <a:lvl9pPr algn="r">
              <a:defRPr sz="1050" b="1">
                <a:solidFill>
                  <a:srgbClr val="39D7FF"/>
                </a:solidFill>
              </a:defRPr>
            </a:lvl9pPr>
          </a:lstStyle>
          <a:p xmlns:a="http://schemas.openxmlformats.org/drawingml/2006/main">
            <a:pPr algn="r">
              <a:defRPr sz="1050" b="1">
                <a:solidFill>
                  <a:srgbClr val="39D7FF"/>
                </a:solidFill>
              </a:defRPr>
            </a:pPr>
            <a:r>
              <a:rPr sz="1050" b="1">
                <a:solidFill>
                  <a:srgbClr val="39D7FF"/>
                </a:solidFill>
              </a:rPr>
              <a:t>02</a:t>
            </a:r>
          </a:p>
        </p:txBody>
      </p:sp>
      <p:sp>
        <p:nvSpPr>
          <p:cNvPr id="3" name="">
            <a:extLst xmlns:a="http://schemas.openxmlformats.org/drawingml/2006/main">
              <a:ext uri="{FF2B5EF4-FFF2-40B4-BE49-F238E27FC236}">
                <a16:creationId xmlns:a16="http://schemas.microsoft.com/office/drawing/2014/main" id="{A5928291-A04E-496C-A693-26399FA0A327}"/>
              </a:ext>
            </a:extLst>
          </p:cNvPr>
          <p:cNvSpPr>
            <a:spLocks xmlns:a="http://schemas.openxmlformats.org/drawingml/2006/main" noGrp="1"/>
          </p:cNvSpPr>
          <p:nvPr/>
        </p:nvSpPr>
        <p:spPr>
          <a:xfrm xmlns:a="http://schemas.openxmlformats.org/drawingml/2006/main">
            <a:off x="647700" y="1000125"/>
            <a:ext cx="10896600" cy="190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54A7DED-33B1-4603-BFB0-684DC5C9CE37}"/>
              </a:ext>
            </a:extLst>
          </p:cNvPr>
          <p:cNvSpPr>
            <a:spLocks xmlns:a="http://schemas.openxmlformats.org/drawingml/2006/main" noGrp="1"/>
          </p:cNvSpPr>
          <p:nvPr/>
        </p:nvSpPr>
        <p:spPr>
          <a:xfrm xmlns:a="http://schemas.openxmlformats.org/drawingml/2006/main">
            <a:off x="666750" y="1390650"/>
            <a:ext cx="485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39D7FF"/>
                </a:solidFill>
              </a:defRPr>
            </a:defPPr>
            <a:lvl1pPr algn="l">
              <a:defRPr sz="2550" b="1">
                <a:solidFill>
                  <a:srgbClr val="39D7FF"/>
                </a:solidFill>
              </a:defRPr>
            </a:lvl1pPr>
            <a:lvl2pPr algn="l">
              <a:defRPr sz="2550" b="1">
                <a:solidFill>
                  <a:srgbClr val="39D7FF"/>
                </a:solidFill>
              </a:defRPr>
            </a:lvl2pPr>
            <a:lvl3pPr algn="l">
              <a:defRPr sz="2550" b="1">
                <a:solidFill>
                  <a:srgbClr val="39D7FF"/>
                </a:solidFill>
              </a:defRPr>
            </a:lvl3pPr>
            <a:lvl4pPr algn="l">
              <a:defRPr sz="2550" b="1">
                <a:solidFill>
                  <a:srgbClr val="39D7FF"/>
                </a:solidFill>
              </a:defRPr>
            </a:lvl4pPr>
            <a:lvl5pPr algn="l">
              <a:defRPr sz="2550" b="1">
                <a:solidFill>
                  <a:srgbClr val="39D7FF"/>
                </a:solidFill>
              </a:defRPr>
            </a:lvl5pPr>
            <a:lvl6pPr algn="l">
              <a:defRPr sz="2550" b="1">
                <a:solidFill>
                  <a:srgbClr val="39D7FF"/>
                </a:solidFill>
              </a:defRPr>
            </a:lvl6pPr>
            <a:lvl7pPr algn="l">
              <a:defRPr sz="2550" b="1">
                <a:solidFill>
                  <a:srgbClr val="39D7FF"/>
                </a:solidFill>
              </a:defRPr>
            </a:lvl7pPr>
            <a:lvl8pPr algn="l">
              <a:defRPr sz="2550" b="1">
                <a:solidFill>
                  <a:srgbClr val="39D7FF"/>
                </a:solidFill>
              </a:defRPr>
            </a:lvl8pPr>
            <a:lvl9pPr algn="l">
              <a:defRPr sz="2550" b="1">
                <a:solidFill>
                  <a:srgbClr val="39D7FF"/>
                </a:solidFill>
              </a:defRPr>
            </a:lvl9pPr>
          </a:lstStyle>
          <a:p xmlns:a="http://schemas.openxmlformats.org/drawingml/2006/main">
            <a:pPr algn="l">
              <a:defRPr sz="2550" b="1">
                <a:solidFill>
                  <a:srgbClr val="39D7FF"/>
                </a:solidFill>
              </a:defRPr>
            </a:pPr>
            <a:r>
              <a:rPr sz="2550" b="1">
                <a:solidFill>
                  <a:srgbClr val="39D7FF"/>
                </a:solidFill>
              </a:rPr>
              <a:t>マクロスΔスクランブル</a:t>
            </a:r>
          </a:p>
        </p:txBody>
      </p:sp>
      <p:sp>
        <p:nvSpPr>
          <p:cNvPr id="5" name="">
            <a:extLst xmlns:a="http://schemas.openxmlformats.org/drawingml/2006/main">
              <a:ext uri="{FF2B5EF4-FFF2-40B4-BE49-F238E27FC236}">
                <a16:creationId xmlns:a16="http://schemas.microsoft.com/office/drawing/2014/main" id="{11130632-483D-4D39-9436-964B1A5069BA}"/>
              </a:ext>
            </a:extLst>
          </p:cNvPr>
          <p:cNvSpPr>
            <a:spLocks xmlns:a="http://schemas.openxmlformats.org/drawingml/2006/main" noGrp="1"/>
          </p:cNvSpPr>
          <p:nvPr/>
        </p:nvSpPr>
        <p:spPr>
          <a:xfrm xmlns:a="http://schemas.openxmlformats.org/drawingml/2006/main">
            <a:off x="666750" y="2114550"/>
            <a:ext cx="5334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EAF6FF"/>
                </a:solidFill>
              </a:defRPr>
            </a:defPPr>
            <a:lvl1pPr algn="l">
              <a:defRPr sz="1575" b="0">
                <a:solidFill>
                  <a:srgbClr val="EAF6FF"/>
                </a:solidFill>
              </a:defRPr>
            </a:lvl1pPr>
            <a:lvl2pPr algn="l">
              <a:defRPr sz="1575" b="0">
                <a:solidFill>
                  <a:srgbClr val="EAF6FF"/>
                </a:solidFill>
              </a:defRPr>
            </a:lvl2pPr>
            <a:lvl3pPr algn="l">
              <a:defRPr sz="1575" b="0">
                <a:solidFill>
                  <a:srgbClr val="EAF6FF"/>
                </a:solidFill>
              </a:defRPr>
            </a:lvl3pPr>
            <a:lvl4pPr algn="l">
              <a:defRPr sz="1575" b="0">
                <a:solidFill>
                  <a:srgbClr val="EAF6FF"/>
                </a:solidFill>
              </a:defRPr>
            </a:lvl4pPr>
            <a:lvl5pPr algn="l">
              <a:defRPr sz="1575" b="0">
                <a:solidFill>
                  <a:srgbClr val="EAF6FF"/>
                </a:solidFill>
              </a:defRPr>
            </a:lvl5pPr>
            <a:lvl6pPr algn="l">
              <a:defRPr sz="1575" b="0">
                <a:solidFill>
                  <a:srgbClr val="EAF6FF"/>
                </a:solidFill>
              </a:defRPr>
            </a:lvl6pPr>
            <a:lvl7pPr algn="l">
              <a:defRPr sz="1575" b="0">
                <a:solidFill>
                  <a:srgbClr val="EAF6FF"/>
                </a:solidFill>
              </a:defRPr>
            </a:lvl7pPr>
            <a:lvl8pPr algn="l">
              <a:defRPr sz="1575" b="0">
                <a:solidFill>
                  <a:srgbClr val="EAF6FF"/>
                </a:solidFill>
              </a:defRPr>
            </a:lvl8pPr>
            <a:lvl9pPr algn="l">
              <a:defRPr sz="1575" b="0">
                <a:solidFill>
                  <a:srgbClr val="EAF6FF"/>
                </a:solidFill>
              </a:defRPr>
            </a:lvl9pPr>
          </a:lstStyle>
          <a:p xmlns:a="http://schemas.openxmlformats.org/drawingml/2006/main">
            <a:pPr algn="l">
              <a:defRPr sz="1575" b="0">
                <a:solidFill>
                  <a:srgbClr val="EAF6FF"/>
                </a:solidFill>
              </a:defRPr>
            </a:pPr>
            <a:r>
              <a:rPr sz="1575" b="0">
                <a:solidFill>
                  <a:srgbClr val="EAF6FF"/>
                </a:solidFill>
              </a:rPr>
              <a:t>高速移動と急旋回で、ノズルから出た光が</a:t>
            </a:r>
          </a:p>
          <a:p xmlns:a="http://schemas.openxmlformats.org/drawingml/2006/main">
            <a:pPr algn="l">
              <a:defRPr sz="1575" b="0">
                <a:solidFill>
                  <a:srgbClr val="EAF6FF"/>
                </a:solidFill>
              </a:defRPr>
            </a:pPr>
            <a:r>
              <a:rPr sz="1575" b="0">
                <a:solidFill>
                  <a:srgbClr val="EAF6FF"/>
                </a:solidFill>
              </a:rPr>
              <a:t>空間に弧を残す表現を参考にする。</a:t>
            </a:r>
          </a:p>
        </p:txBody>
      </p:sp>
      <p:sp>
        <p:nvSpPr>
          <p:cNvPr id="6" name="">
            <a:extLst xmlns:a="http://schemas.openxmlformats.org/drawingml/2006/main">
              <a:ext uri="{FF2B5EF4-FFF2-40B4-BE49-F238E27FC236}">
                <a16:creationId xmlns:a16="http://schemas.microsoft.com/office/drawing/2014/main" id="{457D18D3-75C4-40C2-9B20-DBE153B0E066}"/>
              </a:ext>
            </a:extLst>
          </p:cNvPr>
          <p:cNvSpPr>
            <a:spLocks xmlns:a="http://schemas.openxmlformats.org/drawingml/2006/main" noGrp="1"/>
          </p:cNvSpPr>
          <p:nvPr/>
        </p:nvSpPr>
        <p:spPr>
          <a:xfrm xmlns:a="http://schemas.openxmlformats.org/drawingml/2006/main">
            <a:off x="666750" y="3219450"/>
            <a:ext cx="1333500" cy="285750"/>
          </a:xfrm>
          <a:prstGeom xmlns:a="http://schemas.openxmlformats.org/drawingml/2006/main" prst="roundRect">
            <a:avLst>
              <a:gd name="adj" fmla="val 26667"/>
            </a:avLst>
          </a:prstGeom>
          <a:solidFill xmlns:a="http://schemas.openxmlformats.org/drawingml/2006/main">
            <a:srgbClr val="F161D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B9B1459-556B-48AD-979E-B3E582AEE2D8}"/>
              </a:ext>
            </a:extLst>
          </p:cNvPr>
          <p:cNvSpPr>
            <a:spLocks xmlns:a="http://schemas.openxmlformats.org/drawingml/2006/main" noGrp="1"/>
          </p:cNvSpPr>
          <p:nvPr/>
        </p:nvSpPr>
        <p:spPr>
          <a:xfrm xmlns:a="http://schemas.openxmlformats.org/drawingml/2006/main">
            <a:off x="762000" y="322897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07131F"/>
                </a:solidFill>
              </a:defRPr>
            </a:defPPr>
            <a:lvl1pPr algn="ctr">
              <a:defRPr sz="975" b="1">
                <a:solidFill>
                  <a:srgbClr val="07131F"/>
                </a:solidFill>
              </a:defRPr>
            </a:lvl1pPr>
            <a:lvl2pPr algn="ctr">
              <a:defRPr sz="975" b="1">
                <a:solidFill>
                  <a:srgbClr val="07131F"/>
                </a:solidFill>
              </a:defRPr>
            </a:lvl2pPr>
            <a:lvl3pPr algn="ctr">
              <a:defRPr sz="975" b="1">
                <a:solidFill>
                  <a:srgbClr val="07131F"/>
                </a:solidFill>
              </a:defRPr>
            </a:lvl3pPr>
            <a:lvl4pPr algn="ctr">
              <a:defRPr sz="975" b="1">
                <a:solidFill>
                  <a:srgbClr val="07131F"/>
                </a:solidFill>
              </a:defRPr>
            </a:lvl4pPr>
            <a:lvl5pPr algn="ctr">
              <a:defRPr sz="975" b="1">
                <a:solidFill>
                  <a:srgbClr val="07131F"/>
                </a:solidFill>
              </a:defRPr>
            </a:lvl5pPr>
            <a:lvl6pPr algn="ctr">
              <a:defRPr sz="975" b="1">
                <a:solidFill>
                  <a:srgbClr val="07131F"/>
                </a:solidFill>
              </a:defRPr>
            </a:lvl6pPr>
            <a:lvl7pPr algn="ctr">
              <a:defRPr sz="975" b="1">
                <a:solidFill>
                  <a:srgbClr val="07131F"/>
                </a:solidFill>
              </a:defRPr>
            </a:lvl7pPr>
            <a:lvl8pPr algn="ctr">
              <a:defRPr sz="975" b="1">
                <a:solidFill>
                  <a:srgbClr val="07131F"/>
                </a:solidFill>
              </a:defRPr>
            </a:lvl8pPr>
            <a:lvl9pPr algn="ctr">
              <a:defRPr sz="975" b="1">
                <a:solidFill>
                  <a:srgbClr val="07131F"/>
                </a:solidFill>
              </a:defRPr>
            </a:lvl9pPr>
          </a:lstStyle>
          <a:p xmlns:a="http://schemas.openxmlformats.org/drawingml/2006/main">
            <a:pPr algn="ctr">
              <a:defRPr sz="975" b="1">
                <a:solidFill>
                  <a:srgbClr val="07131F"/>
                </a:solidFill>
              </a:defRPr>
            </a:pPr>
            <a:r>
              <a:rPr sz="975" b="1">
                <a:solidFill>
                  <a:srgbClr val="07131F"/>
                </a:solidFill>
              </a:rPr>
              <a:t>観察する点</a:t>
            </a:r>
          </a:p>
        </p:txBody>
      </p:sp>
      <p:sp>
        <p:nvSpPr>
          <p:cNvPr id="8" name="">
            <a:extLst xmlns:a="http://schemas.openxmlformats.org/drawingml/2006/main">
              <a:ext uri="{FF2B5EF4-FFF2-40B4-BE49-F238E27FC236}">
                <a16:creationId xmlns:a16="http://schemas.microsoft.com/office/drawing/2014/main" id="{616CC47C-3A09-4B32-9905-CD147EB744E2}"/>
              </a:ext>
            </a:extLst>
          </p:cNvPr>
          <p:cNvSpPr>
            <a:spLocks xmlns:a="http://schemas.openxmlformats.org/drawingml/2006/main" noGrp="1"/>
          </p:cNvSpPr>
          <p:nvPr/>
        </p:nvSpPr>
        <p:spPr>
          <a:xfrm xmlns:a="http://schemas.openxmlformats.org/drawingml/2006/main">
            <a:off x="666750" y="3695700"/>
            <a:ext cx="40957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FFFFFF"/>
                </a:solidFill>
              </a:defRPr>
            </a:defPPr>
            <a:lvl1pPr algn="l">
              <a:defRPr sz="1725" b="1">
                <a:solidFill>
                  <a:srgbClr val="FFFFFF"/>
                </a:solidFill>
              </a:defRPr>
            </a:lvl1pPr>
            <a:lvl2pPr algn="l">
              <a:defRPr sz="1725" b="1">
                <a:solidFill>
                  <a:srgbClr val="FFFFFF"/>
                </a:solidFill>
              </a:defRPr>
            </a:lvl2pPr>
            <a:lvl3pPr algn="l">
              <a:defRPr sz="1725" b="1">
                <a:solidFill>
                  <a:srgbClr val="FFFFFF"/>
                </a:solidFill>
              </a:defRPr>
            </a:lvl3pPr>
            <a:lvl4pPr algn="l">
              <a:defRPr sz="1725" b="1">
                <a:solidFill>
                  <a:srgbClr val="FFFFFF"/>
                </a:solidFill>
              </a:defRPr>
            </a:lvl4pPr>
            <a:lvl5pPr algn="l">
              <a:defRPr sz="1725" b="1">
                <a:solidFill>
                  <a:srgbClr val="FFFFFF"/>
                </a:solidFill>
              </a:defRPr>
            </a:lvl5pPr>
            <a:lvl6pPr algn="l">
              <a:defRPr sz="1725" b="1">
                <a:solidFill>
                  <a:srgbClr val="FFFFFF"/>
                </a:solidFill>
              </a:defRPr>
            </a:lvl6pPr>
            <a:lvl7pPr algn="l">
              <a:defRPr sz="1725" b="1">
                <a:solidFill>
                  <a:srgbClr val="FFFFFF"/>
                </a:solidFill>
              </a:defRPr>
            </a:lvl7pPr>
            <a:lvl8pPr algn="l">
              <a:defRPr sz="1725" b="1">
                <a:solidFill>
                  <a:srgbClr val="FFFFFF"/>
                </a:solidFill>
              </a:defRPr>
            </a:lvl8pPr>
            <a:lvl9pPr algn="l">
              <a:defRPr sz="1725" b="1">
                <a:solidFill>
                  <a:srgbClr val="FFFFFF"/>
                </a:solidFill>
              </a:defRPr>
            </a:lvl9pPr>
          </a:lstStyle>
          <a:p xmlns:a="http://schemas.openxmlformats.org/drawingml/2006/main">
            <a:pPr algn="l">
              <a:defRPr sz="1725" b="1">
                <a:solidFill>
                  <a:srgbClr val="FFFFFF"/>
                </a:solidFill>
              </a:defRPr>
            </a:pPr>
            <a:r>
              <a:rPr sz="1725" b="1">
                <a:solidFill>
                  <a:srgbClr val="FFFFFF"/>
                </a:solidFill>
              </a:rPr>
              <a:t>根元の強い発光</a:t>
            </a:r>
          </a:p>
          <a:p xmlns:a="http://schemas.openxmlformats.org/drawingml/2006/main">
            <a:pPr algn="l">
              <a:defRPr sz="1725" b="1">
                <a:solidFill>
                  <a:srgbClr val="FFFFFF"/>
                </a:solidFill>
              </a:defRPr>
            </a:pPr>
            <a:r>
              <a:rPr sz="1725" b="1">
                <a:solidFill>
                  <a:srgbClr val="FFFFFF"/>
                </a:solidFill>
              </a:rPr>
              <a:t>曲がる立体炎</a:t>
            </a:r>
          </a:p>
          <a:p xmlns:a="http://schemas.openxmlformats.org/drawingml/2006/main">
            <a:pPr algn="l">
              <a:defRPr sz="1725" b="1">
                <a:solidFill>
                  <a:srgbClr val="FFFFFF"/>
                </a:solidFill>
              </a:defRPr>
            </a:pPr>
            <a:r>
              <a:rPr sz="1725" b="1">
                <a:solidFill>
                  <a:srgbClr val="FFFFFF"/>
                </a:solidFill>
              </a:rPr>
              <a:t>時間で細く消える尾</a:t>
            </a:r>
          </a:p>
        </p:txBody>
      </p:sp>
      <p:sp>
        <p:nvSpPr>
          <p:cNvPr id="9" name="">
            <a:extLst xmlns:a="http://schemas.openxmlformats.org/drawingml/2006/main">
              <a:ext uri="{FF2B5EF4-FFF2-40B4-BE49-F238E27FC236}">
                <a16:creationId xmlns:a16="http://schemas.microsoft.com/office/drawing/2014/main" id="{56777D31-9615-42AD-8CBA-F69D32335AA5}"/>
              </a:ext>
            </a:extLst>
          </p:cNvPr>
          <p:cNvSpPr>
            <a:spLocks xmlns:a="http://schemas.openxmlformats.org/drawingml/2006/main" noGrp="1"/>
          </p:cNvSpPr>
          <p:nvPr/>
        </p:nvSpPr>
        <p:spPr>
          <a:xfrm xmlns:a="http://schemas.openxmlformats.org/drawingml/2006/main">
            <a:off x="6819900" y="1381125"/>
            <a:ext cx="3667125" cy="3952875"/>
          </a:xfrm>
          <a:prstGeom xmlns:a="http://schemas.openxmlformats.org/drawingml/2006/main" prst="roundRect">
            <a:avLst>
              <a:gd name="adj" fmla="val 2078"/>
            </a:avLst>
          </a:prstGeom>
          <a:solidFill xmlns:a="http://schemas.openxmlformats.org/drawingml/2006/main">
            <a:srgbClr val="0B2132"/>
          </a:solidFill>
          <a:ln xmlns:a="http://schemas.openxmlformats.org/drawingml/2006/main" w="9525">
            <a:solidFill>
              <a:srgbClr val="F161D5"/>
            </a:solidFill>
            <a:prstDash val="solid"/>
          </a:ln>
        </p:spPr>
      </p:sp>
      <p:pic>
        <p:nvPicPr>
          <p:cNvPr id="10" name="">
            <a:extLst xmlns:a="http://schemas.openxmlformats.org/drawingml/2006/main">
              <a:ext uri="{FF2B5EF4-FFF2-40B4-BE49-F238E27FC236}">
                <a16:creationId xmlns:a16="http://schemas.microsoft.com/office/drawing/2014/main" id="{36F8B686-5105-4BFA-8029-9F2CDC5AD97D}"/>
              </a:ext>
            </a:extLst>
          </p:cNvPr>
          <p:cNvPicPr>
            <a:picLocks xmlns:a="http://schemas.openxmlformats.org/drawingml/2006/main" noChangeAspect="1"/>
          </p:cNvPicPr>
          <p:nvPr/>
        </p:nvPicPr>
        <p:blipFill>
          <a:blip xmlns:r="http://schemas.openxmlformats.org/officeDocument/2006/relationships" xmlns:a="http://schemas.openxmlformats.org/drawingml/2006/main" r:embed="R646e95591fe249fe"/>
          <a:stretch xmlns:a="http://schemas.openxmlformats.org/drawingml/2006/main"/>
        </p:blipFill>
        <p:spPr>
          <a:xfrm xmlns:a="http://schemas.openxmlformats.org/drawingml/2006/main">
            <a:off x="6986588" y="1514475"/>
            <a:ext cx="3333750" cy="3333750"/>
          </a:xfrm>
          <a:prstGeom xmlns:a="http://schemas.openxmlformats.org/drawingml/2006/main" prst="roundRect">
            <a:avLst>
              <a:gd name="adj" fmla="val 3429"/>
            </a:avLst>
          </a:prstGeom>
        </p:spPr>
      </p:pic>
      <p:sp>
        <p:nvSpPr>
          <p:cNvPr id="11" name="">
            <a:extLst xmlns:a="http://schemas.openxmlformats.org/drawingml/2006/main">
              <a:ext uri="{FF2B5EF4-FFF2-40B4-BE49-F238E27FC236}">
                <a16:creationId xmlns:a16="http://schemas.microsoft.com/office/drawing/2014/main" id="{15132A78-671B-413A-B748-BEAC6ACC456F}"/>
              </a:ext>
            </a:extLst>
          </p:cNvPr>
          <p:cNvSpPr>
            <a:spLocks xmlns:a="http://schemas.openxmlformats.org/drawingml/2006/main" noGrp="1"/>
          </p:cNvSpPr>
          <p:nvPr/>
        </p:nvSpPr>
        <p:spPr>
          <a:xfrm xmlns:a="http://schemas.openxmlformats.org/drawingml/2006/main">
            <a:off x="7010400" y="4914900"/>
            <a:ext cx="3286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0">
                <a:solidFill>
                  <a:srgbClr val="A8C1D1"/>
                </a:solidFill>
              </a:defRPr>
            </a:defPPr>
            <a:lvl1pPr algn="ctr">
              <a:defRPr sz="1125" b="0">
                <a:solidFill>
                  <a:srgbClr val="A8C1D1"/>
                </a:solidFill>
              </a:defRPr>
            </a:lvl1pPr>
            <a:lvl2pPr algn="ctr">
              <a:defRPr sz="1125" b="0">
                <a:solidFill>
                  <a:srgbClr val="A8C1D1"/>
                </a:solidFill>
              </a:defRPr>
            </a:lvl2pPr>
            <a:lvl3pPr algn="ctr">
              <a:defRPr sz="1125" b="0">
                <a:solidFill>
                  <a:srgbClr val="A8C1D1"/>
                </a:solidFill>
              </a:defRPr>
            </a:lvl3pPr>
            <a:lvl4pPr algn="ctr">
              <a:defRPr sz="1125" b="0">
                <a:solidFill>
                  <a:srgbClr val="A8C1D1"/>
                </a:solidFill>
              </a:defRPr>
            </a:lvl4pPr>
            <a:lvl5pPr algn="ctr">
              <a:defRPr sz="1125" b="0">
                <a:solidFill>
                  <a:srgbClr val="A8C1D1"/>
                </a:solidFill>
              </a:defRPr>
            </a:lvl5pPr>
            <a:lvl6pPr algn="ctr">
              <a:defRPr sz="1125" b="0">
                <a:solidFill>
                  <a:srgbClr val="A8C1D1"/>
                </a:solidFill>
              </a:defRPr>
            </a:lvl6pPr>
            <a:lvl7pPr algn="ctr">
              <a:defRPr sz="1125" b="0">
                <a:solidFill>
                  <a:srgbClr val="A8C1D1"/>
                </a:solidFill>
              </a:defRPr>
            </a:lvl7pPr>
            <a:lvl8pPr algn="ctr">
              <a:defRPr sz="1125" b="0">
                <a:solidFill>
                  <a:srgbClr val="A8C1D1"/>
                </a:solidFill>
              </a:defRPr>
            </a:lvl8pPr>
            <a:lvl9pPr algn="ctr">
              <a:defRPr sz="1125" b="0">
                <a:solidFill>
                  <a:srgbClr val="A8C1D1"/>
                </a:solidFill>
              </a:defRPr>
            </a:lvl9pPr>
          </a:lstStyle>
          <a:p xmlns:a="http://schemas.openxmlformats.org/drawingml/2006/main">
            <a:pPr algn="ctr">
              <a:defRPr sz="1125" b="0">
                <a:solidFill>
                  <a:srgbClr val="A8C1D1"/>
                </a:solidFill>
              </a:defRPr>
            </a:pPr>
            <a:r>
              <a:rPr sz="1125" b="0">
                <a:solidFill>
                  <a:srgbClr val="A8C1D1"/>
                </a:solidFill>
              </a:rPr>
              <a:t>参考作品のキービジュアル</a:t>
            </a:r>
          </a:p>
        </p:txBody>
      </p:sp>
    </p:spTree>
    <p:extLst>
      <p:ext uri="{BB962C8B-B14F-4D97-AF65-F5344CB8AC3E}">
        <p14:creationId xmlns:p14="http://schemas.microsoft.com/office/powerpoint/2010/main" val="2093754983"/>
      </p:ext>
    </p:extLst>
  </p:cSld>
</p:sld>
</file>

<file path=ppt/slides/slide3.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F56DE99-C9A8-4BD6-9C42-C78F8E4A7423}"/>
              </a:ext>
            </a:extLst>
          </p:cNvPr>
          <p:cNvSpPr>
            <a:spLocks xmlns:a="http://schemas.openxmlformats.org/drawingml/2006/main" noGrp="1"/>
          </p:cNvSpPr>
          <p:nvPr/>
        </p:nvSpPr>
        <p:spPr>
          <a:xfrm xmlns:a="http://schemas.openxmlformats.org/drawingml/2006/main">
            <a:off x="647700" y="4000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a:solidFill>
                  <a:srgbClr val="FFFFFF"/>
                </a:solidFill>
              </a:defRPr>
            </a:defPPr>
            <a:lvl1pPr algn="l">
              <a:defRPr sz="2475" b="1">
                <a:solidFill>
                  <a:srgbClr val="FFFFFF"/>
                </a:solidFill>
              </a:defRPr>
            </a:lvl1pPr>
            <a:lvl2pPr algn="l">
              <a:defRPr sz="2475" b="1">
                <a:solidFill>
                  <a:srgbClr val="FFFFFF"/>
                </a:solidFill>
              </a:defRPr>
            </a:lvl2pPr>
            <a:lvl3pPr algn="l">
              <a:defRPr sz="2475" b="1">
                <a:solidFill>
                  <a:srgbClr val="FFFFFF"/>
                </a:solidFill>
              </a:defRPr>
            </a:lvl3pPr>
            <a:lvl4pPr algn="l">
              <a:defRPr sz="2475" b="1">
                <a:solidFill>
                  <a:srgbClr val="FFFFFF"/>
                </a:solidFill>
              </a:defRPr>
            </a:lvl4pPr>
            <a:lvl5pPr algn="l">
              <a:defRPr sz="2475" b="1">
                <a:solidFill>
                  <a:srgbClr val="FFFFFF"/>
                </a:solidFill>
              </a:defRPr>
            </a:lvl5pPr>
            <a:lvl6pPr algn="l">
              <a:defRPr sz="2475" b="1">
                <a:solidFill>
                  <a:srgbClr val="FFFFFF"/>
                </a:solidFill>
              </a:defRPr>
            </a:lvl6pPr>
            <a:lvl7pPr algn="l">
              <a:defRPr sz="2475" b="1">
                <a:solidFill>
                  <a:srgbClr val="FFFFFF"/>
                </a:solidFill>
              </a:defRPr>
            </a:lvl7pPr>
            <a:lvl8pPr algn="l">
              <a:defRPr sz="2475" b="1">
                <a:solidFill>
                  <a:srgbClr val="FFFFFF"/>
                </a:solidFill>
              </a:defRPr>
            </a:lvl8pPr>
            <a:lvl9pPr algn="l">
              <a:defRPr sz="2475" b="1">
                <a:solidFill>
                  <a:srgbClr val="FFFFFF"/>
                </a:solidFill>
              </a:defRPr>
            </a:lvl9pPr>
          </a:lstStyle>
          <a:p xmlns:a="http://schemas.openxmlformats.org/drawingml/2006/main">
            <a:pPr algn="l">
              <a:defRPr sz="2475" b="1">
                <a:solidFill>
                  <a:srgbClr val="FFFFFF"/>
                </a:solidFill>
              </a:defRPr>
            </a:pPr>
            <a:r>
              <a:rPr sz="2475" b="1">
                <a:solidFill>
                  <a:srgbClr val="FFFFFF"/>
                </a:solidFill>
              </a:rPr>
              <a:t>比較する映像</a:t>
            </a:r>
          </a:p>
        </p:txBody>
      </p:sp>
      <p:sp>
        <p:nvSpPr>
          <p:cNvPr id="2" name="">
            <a:extLst xmlns:a="http://schemas.openxmlformats.org/drawingml/2006/main">
              <a:ext uri="{FF2B5EF4-FFF2-40B4-BE49-F238E27FC236}">
                <a16:creationId xmlns:a16="http://schemas.microsoft.com/office/drawing/2014/main" id="{7B667156-CC33-4CF7-B80C-8383DE53F9C1}"/>
              </a:ext>
            </a:extLst>
          </p:cNvPr>
          <p:cNvSpPr>
            <a:spLocks xmlns:a="http://schemas.openxmlformats.org/drawingml/2006/main" noGrp="1"/>
          </p:cNvSpPr>
          <p:nvPr/>
        </p:nvSpPr>
        <p:spPr>
          <a:xfrm xmlns:a="http://schemas.openxmlformats.org/drawingml/2006/main">
            <a:off x="10877550" y="4953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39D7FF"/>
                </a:solidFill>
              </a:defRPr>
            </a:defPPr>
            <a:lvl1pPr algn="r">
              <a:defRPr sz="1050" b="1">
                <a:solidFill>
                  <a:srgbClr val="39D7FF"/>
                </a:solidFill>
              </a:defRPr>
            </a:lvl1pPr>
            <a:lvl2pPr algn="r">
              <a:defRPr sz="1050" b="1">
                <a:solidFill>
                  <a:srgbClr val="39D7FF"/>
                </a:solidFill>
              </a:defRPr>
            </a:lvl2pPr>
            <a:lvl3pPr algn="r">
              <a:defRPr sz="1050" b="1">
                <a:solidFill>
                  <a:srgbClr val="39D7FF"/>
                </a:solidFill>
              </a:defRPr>
            </a:lvl3pPr>
            <a:lvl4pPr algn="r">
              <a:defRPr sz="1050" b="1">
                <a:solidFill>
                  <a:srgbClr val="39D7FF"/>
                </a:solidFill>
              </a:defRPr>
            </a:lvl4pPr>
            <a:lvl5pPr algn="r">
              <a:defRPr sz="1050" b="1">
                <a:solidFill>
                  <a:srgbClr val="39D7FF"/>
                </a:solidFill>
              </a:defRPr>
            </a:lvl5pPr>
            <a:lvl6pPr algn="r">
              <a:defRPr sz="1050" b="1">
                <a:solidFill>
                  <a:srgbClr val="39D7FF"/>
                </a:solidFill>
              </a:defRPr>
            </a:lvl6pPr>
            <a:lvl7pPr algn="r">
              <a:defRPr sz="1050" b="1">
                <a:solidFill>
                  <a:srgbClr val="39D7FF"/>
                </a:solidFill>
              </a:defRPr>
            </a:lvl7pPr>
            <a:lvl8pPr algn="r">
              <a:defRPr sz="1050" b="1">
                <a:solidFill>
                  <a:srgbClr val="39D7FF"/>
                </a:solidFill>
              </a:defRPr>
            </a:lvl8pPr>
            <a:lvl9pPr algn="r">
              <a:defRPr sz="1050" b="1">
                <a:solidFill>
                  <a:srgbClr val="39D7FF"/>
                </a:solidFill>
              </a:defRPr>
            </a:lvl9pPr>
          </a:lstStyle>
          <a:p xmlns:a="http://schemas.openxmlformats.org/drawingml/2006/main">
            <a:pPr algn="r">
              <a:defRPr sz="1050" b="1">
                <a:solidFill>
                  <a:srgbClr val="39D7FF"/>
                </a:solidFill>
              </a:defRPr>
            </a:pPr>
            <a:r>
              <a:rPr sz="1050" b="1">
                <a:solidFill>
                  <a:srgbClr val="39D7FF"/>
                </a:solidFill>
              </a:rPr>
              <a:t>03</a:t>
            </a:r>
          </a:p>
        </p:txBody>
      </p:sp>
      <p:sp>
        <p:nvSpPr>
          <p:cNvPr id="3" name="">
            <a:extLst xmlns:a="http://schemas.openxmlformats.org/drawingml/2006/main">
              <a:ext uri="{FF2B5EF4-FFF2-40B4-BE49-F238E27FC236}">
                <a16:creationId xmlns:a16="http://schemas.microsoft.com/office/drawing/2014/main" id="{408B4067-403A-4EE7-8030-FB60D8BDE1E4}"/>
              </a:ext>
            </a:extLst>
          </p:cNvPr>
          <p:cNvSpPr>
            <a:spLocks xmlns:a="http://schemas.openxmlformats.org/drawingml/2006/main" noGrp="1"/>
          </p:cNvSpPr>
          <p:nvPr/>
        </p:nvSpPr>
        <p:spPr>
          <a:xfrm xmlns:a="http://schemas.openxmlformats.org/drawingml/2006/main">
            <a:off x="647700" y="1000125"/>
            <a:ext cx="10896600" cy="190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ACDBC58-1178-455F-87B2-6B8858E21DA0}"/>
              </a:ext>
            </a:extLst>
          </p:cNvPr>
          <p:cNvSpPr>
            <a:spLocks xmlns:a="http://schemas.openxmlformats.org/drawingml/2006/main" noGrp="1"/>
          </p:cNvSpPr>
          <p:nvPr/>
        </p:nvSpPr>
        <p:spPr>
          <a:xfrm xmlns:a="http://schemas.openxmlformats.org/drawingml/2006/main">
            <a:off x="666750" y="1257300"/>
            <a:ext cx="876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A8C1D1"/>
                </a:solidFill>
              </a:defRPr>
            </a:defPPr>
            <a:lvl1pPr algn="l">
              <a:defRPr sz="1575" b="0">
                <a:solidFill>
                  <a:srgbClr val="A8C1D1"/>
                </a:solidFill>
              </a:defRPr>
            </a:lvl1pPr>
            <a:lvl2pPr algn="l">
              <a:defRPr sz="1575" b="0">
                <a:solidFill>
                  <a:srgbClr val="A8C1D1"/>
                </a:solidFill>
              </a:defRPr>
            </a:lvl2pPr>
            <a:lvl3pPr algn="l">
              <a:defRPr sz="1575" b="0">
                <a:solidFill>
                  <a:srgbClr val="A8C1D1"/>
                </a:solidFill>
              </a:defRPr>
            </a:lvl3pPr>
            <a:lvl4pPr algn="l">
              <a:defRPr sz="1575" b="0">
                <a:solidFill>
                  <a:srgbClr val="A8C1D1"/>
                </a:solidFill>
              </a:defRPr>
            </a:lvl4pPr>
            <a:lvl5pPr algn="l">
              <a:defRPr sz="1575" b="0">
                <a:solidFill>
                  <a:srgbClr val="A8C1D1"/>
                </a:solidFill>
              </a:defRPr>
            </a:lvl5pPr>
            <a:lvl6pPr algn="l">
              <a:defRPr sz="1575" b="0">
                <a:solidFill>
                  <a:srgbClr val="A8C1D1"/>
                </a:solidFill>
              </a:defRPr>
            </a:lvl6pPr>
            <a:lvl7pPr algn="l">
              <a:defRPr sz="1575" b="0">
                <a:solidFill>
                  <a:srgbClr val="A8C1D1"/>
                </a:solidFill>
              </a:defRPr>
            </a:lvl7pPr>
            <a:lvl8pPr algn="l">
              <a:defRPr sz="1575" b="0">
                <a:solidFill>
                  <a:srgbClr val="A8C1D1"/>
                </a:solidFill>
              </a:defRPr>
            </a:lvl8pPr>
            <a:lvl9pPr algn="l">
              <a:defRPr sz="1575" b="0">
                <a:solidFill>
                  <a:srgbClr val="A8C1D1"/>
                </a:solidFill>
              </a:defRPr>
            </a:lvl9pPr>
          </a:lstStyle>
          <a:p xmlns:a="http://schemas.openxmlformats.org/drawingml/2006/main">
            <a:pPr algn="l">
              <a:defRPr sz="1575" b="0">
                <a:solidFill>
                  <a:srgbClr val="A8C1D1"/>
                </a:solidFill>
              </a:defRPr>
            </a:pPr>
            <a:r>
              <a:rPr sz="1575" b="0">
                <a:solidFill>
                  <a:srgbClr val="A8C1D1"/>
                </a:solidFill>
              </a:rPr>
              <a:t>観察したい違いは、ノズルからの出方と急旋回時の軌跡</a:t>
            </a:r>
          </a:p>
        </p:txBody>
      </p:sp>
      <p:sp>
        <p:nvSpPr>
          <p:cNvPr id="5" name="">
            <a:extLst xmlns:a="http://schemas.openxmlformats.org/drawingml/2006/main">
              <a:ext uri="{FF2B5EF4-FFF2-40B4-BE49-F238E27FC236}">
                <a16:creationId xmlns:a16="http://schemas.microsoft.com/office/drawing/2014/main" id="{8E18697F-DAFE-4B87-8BDD-D13D17FC932E}"/>
              </a:ext>
            </a:extLst>
          </p:cNvPr>
          <p:cNvSpPr>
            <a:spLocks xmlns:a="http://schemas.openxmlformats.org/drawingml/2006/main" noGrp="1"/>
          </p:cNvSpPr>
          <p:nvPr/>
        </p:nvSpPr>
        <p:spPr>
          <a:xfrm xmlns:a="http://schemas.openxmlformats.org/drawingml/2006/main">
            <a:off x="666750" y="1905000"/>
            <a:ext cx="4857750" cy="3333750"/>
          </a:xfrm>
          <a:prstGeom xmlns:a="http://schemas.openxmlformats.org/drawingml/2006/main" prst="roundRect">
            <a:avLst>
              <a:gd name="adj" fmla="val 2286"/>
            </a:avLst>
          </a:prstGeom>
          <a:solidFill xmlns:a="http://schemas.openxmlformats.org/drawingml/2006/main">
            <a:srgbClr val="0B2132"/>
          </a:solidFill>
          <a:ln xmlns:a="http://schemas.openxmlformats.org/drawingml/2006/main" w="9525">
            <a:solidFill>
              <a:srgbClr val="F161D5"/>
            </a:solidFill>
            <a:prstDash val="solid"/>
          </a:ln>
        </p:spPr>
      </p:sp>
      <p:pic>
        <p:nvPicPr>
          <p:cNvPr id="6" name="">
            <a:extLst xmlns:a="http://schemas.openxmlformats.org/drawingml/2006/main">
              <a:ext uri="{FF2B5EF4-FFF2-40B4-BE49-F238E27FC236}">
                <a16:creationId xmlns:a16="http://schemas.microsoft.com/office/drawing/2014/main" id="{6E09B095-2E44-44E3-8BF0-3AE6CACCE706}"/>
              </a:ext>
            </a:extLst>
          </p:cNvPr>
          <p:cNvPicPr>
            <a:picLocks xmlns:a="http://schemas.openxmlformats.org/drawingml/2006/main" noChangeAspect="1"/>
          </p:cNvPicPr>
          <p:nvPr/>
        </p:nvPicPr>
        <p:blipFill>
          <a:blip xmlns:r="http://schemas.openxmlformats.org/officeDocument/2006/relationships" xmlns:a="http://schemas.openxmlformats.org/drawingml/2006/main" r:embed="R12596917054146a2"/>
          <a:srcRect xmlns:a="http://schemas.openxmlformats.org/drawingml/2006/main" l="8794" t="0" r="8794" b="0"/>
          <a:stretch xmlns:a="http://schemas.openxmlformats.org/drawingml/2006/main">
            <a:fillRect l="0" t="0" r="0" b="0"/>
          </a:stretch>
        </p:blipFill>
        <p:spPr>
          <a:xfrm xmlns:a="http://schemas.openxmlformats.org/drawingml/2006/main">
            <a:off x="695325" y="1933575"/>
            <a:ext cx="4800600" cy="3276600"/>
          </a:xfrm>
          <a:prstGeom xmlns:a="http://schemas.openxmlformats.org/drawingml/2006/main" prst="roundRect">
            <a:avLst>
              <a:gd name="adj" fmla="val 3488"/>
            </a:avLst>
          </a:prstGeom>
        </p:spPr>
      </p:pic>
      <p:sp>
        <p:nvSpPr>
          <p:cNvPr id="7" name="">
            <a:extLst xmlns:a="http://schemas.openxmlformats.org/drawingml/2006/main">
              <a:ext uri="{FF2B5EF4-FFF2-40B4-BE49-F238E27FC236}">
                <a16:creationId xmlns:a16="http://schemas.microsoft.com/office/drawing/2014/main" id="{D3C4B2D0-2BFA-413F-89F9-EF453731D950}"/>
              </a:ext>
            </a:extLst>
          </p:cNvPr>
          <p:cNvSpPr>
            <a:spLocks xmlns:a="http://schemas.openxmlformats.org/drawingml/2006/main" noGrp="1"/>
          </p:cNvSpPr>
          <p:nvPr/>
        </p:nvSpPr>
        <p:spPr>
          <a:xfrm xmlns:a="http://schemas.openxmlformats.org/drawingml/2006/main">
            <a:off x="695325" y="1933575"/>
            <a:ext cx="4800600" cy="400050"/>
          </a:xfrm>
          <a:prstGeom xmlns:a="http://schemas.openxmlformats.org/drawingml/2006/main" prst="rect">
            <a:avLst/>
          </a:prstGeom>
          <a:solidFill xmlns:a="http://schemas.openxmlformats.org/drawingml/2006/main">
            <a:srgbClr val="0713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1A2811B-4853-4A0D-8E38-D534316546F8}"/>
              </a:ext>
            </a:extLst>
          </p:cNvPr>
          <p:cNvSpPr>
            <a:spLocks xmlns:a="http://schemas.openxmlformats.org/drawingml/2006/main" noGrp="1"/>
          </p:cNvSpPr>
          <p:nvPr/>
        </p:nvSpPr>
        <p:spPr>
          <a:xfrm xmlns:a="http://schemas.openxmlformats.org/drawingml/2006/main">
            <a:off x="838200" y="200977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F161D5"/>
                </a:solidFill>
              </a:defRPr>
            </a:defPPr>
            <a:lvl1pPr algn="l">
              <a:defRPr sz="900" b="1">
                <a:solidFill>
                  <a:srgbClr val="F161D5"/>
                </a:solidFill>
              </a:defRPr>
            </a:lvl1pPr>
            <a:lvl2pPr algn="l">
              <a:defRPr sz="900" b="1">
                <a:solidFill>
                  <a:srgbClr val="F161D5"/>
                </a:solidFill>
              </a:defRPr>
            </a:lvl2pPr>
            <a:lvl3pPr algn="l">
              <a:defRPr sz="900" b="1">
                <a:solidFill>
                  <a:srgbClr val="F161D5"/>
                </a:solidFill>
              </a:defRPr>
            </a:lvl3pPr>
            <a:lvl4pPr algn="l">
              <a:defRPr sz="900" b="1">
                <a:solidFill>
                  <a:srgbClr val="F161D5"/>
                </a:solidFill>
              </a:defRPr>
            </a:lvl4pPr>
            <a:lvl5pPr algn="l">
              <a:defRPr sz="900" b="1">
                <a:solidFill>
                  <a:srgbClr val="F161D5"/>
                </a:solidFill>
              </a:defRPr>
            </a:lvl5pPr>
            <a:lvl6pPr algn="l">
              <a:defRPr sz="900" b="1">
                <a:solidFill>
                  <a:srgbClr val="F161D5"/>
                </a:solidFill>
              </a:defRPr>
            </a:lvl6pPr>
            <a:lvl7pPr algn="l">
              <a:defRPr sz="900" b="1">
                <a:solidFill>
                  <a:srgbClr val="F161D5"/>
                </a:solidFill>
              </a:defRPr>
            </a:lvl7pPr>
            <a:lvl8pPr algn="l">
              <a:defRPr sz="900" b="1">
                <a:solidFill>
                  <a:srgbClr val="F161D5"/>
                </a:solidFill>
              </a:defRPr>
            </a:lvl8pPr>
            <a:lvl9pPr algn="l">
              <a:defRPr sz="900" b="1">
                <a:solidFill>
                  <a:srgbClr val="F161D5"/>
                </a:solidFill>
              </a:defRPr>
            </a:lvl9pPr>
          </a:lstStyle>
          <a:p xmlns:a="http://schemas.openxmlformats.org/drawingml/2006/main">
            <a:pPr algn="l">
              <a:defRPr sz="900" b="1">
                <a:solidFill>
                  <a:srgbClr val="F161D5"/>
                </a:solidFill>
              </a:defRPr>
            </a:pPr>
            <a:r>
              <a:rPr sz="900" b="1">
                <a:solidFill>
                  <a:srgbClr val="F161D5"/>
                </a:solidFill>
              </a:rPr>
              <a:t>VIDEO</a:t>
            </a:r>
          </a:p>
        </p:txBody>
      </p:sp>
      <p:sp>
        <p:nvSpPr>
          <p:cNvPr id="9" name="">
            <a:extLst xmlns:a="http://schemas.openxmlformats.org/drawingml/2006/main">
              <a:ext uri="{FF2B5EF4-FFF2-40B4-BE49-F238E27FC236}">
                <a16:creationId xmlns:a16="http://schemas.microsoft.com/office/drawing/2014/main" id="{0579AD73-D79D-4F56-9C69-F2715D77C282}"/>
              </a:ext>
            </a:extLst>
          </p:cNvPr>
          <p:cNvSpPr>
            <a:spLocks xmlns:a="http://schemas.openxmlformats.org/drawingml/2006/main" noGrp="1"/>
          </p:cNvSpPr>
          <p:nvPr/>
        </p:nvSpPr>
        <p:spPr>
          <a:xfrm xmlns:a="http://schemas.openxmlformats.org/drawingml/2006/main">
            <a:off x="1504950" y="1981200"/>
            <a:ext cx="3790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FFFFFF"/>
                </a:solidFill>
              </a:defRPr>
            </a:defPPr>
            <a:lvl1pPr algn="l">
              <a:defRPr sz="1200" b="1">
                <a:solidFill>
                  <a:srgbClr val="FFFFFF"/>
                </a:solidFill>
              </a:defRPr>
            </a:lvl1pPr>
            <a:lvl2pPr algn="l">
              <a:defRPr sz="1200" b="1">
                <a:solidFill>
                  <a:srgbClr val="FFFFFF"/>
                </a:solidFill>
              </a:defRPr>
            </a:lvl2pPr>
            <a:lvl3pPr algn="l">
              <a:defRPr sz="1200" b="1">
                <a:solidFill>
                  <a:srgbClr val="FFFFFF"/>
                </a:solidFill>
              </a:defRPr>
            </a:lvl3pPr>
            <a:lvl4pPr algn="l">
              <a:defRPr sz="1200" b="1">
                <a:solidFill>
                  <a:srgbClr val="FFFFFF"/>
                </a:solidFill>
              </a:defRPr>
            </a:lvl4pPr>
            <a:lvl5pPr algn="l">
              <a:defRPr sz="1200" b="1">
                <a:solidFill>
                  <a:srgbClr val="FFFFFF"/>
                </a:solidFill>
              </a:defRPr>
            </a:lvl5pPr>
            <a:lvl6pPr algn="l">
              <a:defRPr sz="1200" b="1">
                <a:solidFill>
                  <a:srgbClr val="FFFFFF"/>
                </a:solidFill>
              </a:defRPr>
            </a:lvl6pPr>
            <a:lvl7pPr algn="l">
              <a:defRPr sz="1200" b="1">
                <a:solidFill>
                  <a:srgbClr val="FFFFFF"/>
                </a:solidFill>
              </a:defRPr>
            </a:lvl7pPr>
            <a:lvl8pPr algn="l">
              <a:defRPr sz="1200" b="1">
                <a:solidFill>
                  <a:srgbClr val="FFFFFF"/>
                </a:solidFill>
              </a:defRPr>
            </a:lvl8pPr>
            <a:lvl9pPr algn="l">
              <a:defRPr sz="1200" b="1">
                <a:solidFill>
                  <a:srgbClr val="FFFFFF"/>
                </a:solidFill>
              </a:defRPr>
            </a:lvl9pPr>
          </a:lstStyle>
          <a:p xmlns:a="http://schemas.openxmlformats.org/drawingml/2006/main">
            <a:pPr algn="l">
              <a:defRPr sz="1200" b="1">
                <a:solidFill>
                  <a:srgbClr val="FFFFFF"/>
                </a:solidFill>
              </a:defRPr>
            </a:pPr>
            <a:r>
              <a:rPr sz="1200" b="1">
                <a:solidFill>
                  <a:srgbClr val="FFFFFF"/>
                </a:solidFill>
              </a:rPr>
              <a:t>参考：マクロスΔスクランブル</a:t>
            </a:r>
          </a:p>
        </p:txBody>
      </p:sp>
      <p:sp>
        <p:nvSpPr>
          <p:cNvPr id="10" name="">
            <a:extLst xmlns:a="http://schemas.openxmlformats.org/drawingml/2006/main">
              <a:ext uri="{FF2B5EF4-FFF2-40B4-BE49-F238E27FC236}">
                <a16:creationId xmlns:a16="http://schemas.microsoft.com/office/drawing/2014/main" id="{55C30AC6-CD2E-44BB-A956-EEF8ED289B2A}"/>
              </a:ext>
            </a:extLst>
          </p:cNvPr>
          <p:cNvSpPr>
            <a:spLocks xmlns:a="http://schemas.openxmlformats.org/drawingml/2006/main" noGrp="1"/>
          </p:cNvSpPr>
          <p:nvPr/>
        </p:nvSpPr>
        <p:spPr>
          <a:xfrm xmlns:a="http://schemas.openxmlformats.org/drawingml/2006/main">
            <a:off x="2819400" y="3295650"/>
            <a:ext cx="552450" cy="552450"/>
          </a:xfrm>
          <a:prstGeom xmlns:a="http://schemas.openxmlformats.org/drawingml/2006/main" prst="ellipse">
            <a:avLst/>
          </a:prstGeom>
          <a:solidFill xmlns:a="http://schemas.openxmlformats.org/drawingml/2006/main">
            <a:srgbClr val="07131F"/>
          </a:solidFill>
          <a:ln xmlns:a="http://schemas.openxmlformats.org/drawingml/2006/main" w="9525">
            <a:solidFill>
              <a:srgbClr val="F161D5"/>
            </a:solidFill>
            <a:prstDash val="solid"/>
          </a:ln>
        </p:spPr>
      </p:sp>
      <p:sp>
        <p:nvSpPr>
          <p:cNvPr id="11" name="">
            <a:extLst xmlns:a="http://schemas.openxmlformats.org/drawingml/2006/main">
              <a:ext uri="{FF2B5EF4-FFF2-40B4-BE49-F238E27FC236}">
                <a16:creationId xmlns:a16="http://schemas.microsoft.com/office/drawing/2014/main" id="{3730921A-DB05-4C6B-9E50-045ED5ED5A9E}"/>
              </a:ext>
            </a:extLst>
          </p:cNvPr>
          <p:cNvSpPr>
            <a:spLocks xmlns:a="http://schemas.openxmlformats.org/drawingml/2006/main" noGrp="1"/>
          </p:cNvSpPr>
          <p:nvPr/>
        </p:nvSpPr>
        <p:spPr>
          <a:xfrm xmlns:a="http://schemas.openxmlformats.org/drawingml/2006/main">
            <a:off x="3019425" y="3448050"/>
            <a:ext cx="247650" cy="247650"/>
          </a:xfrm>
          <a:prstGeom xmlns:a="http://schemas.openxmlformats.org/drawingml/2006/main" prst="triangle">
            <a:avLst/>
          </a:prstGeom>
          <a:solidFill xmlns:a="http://schemas.openxmlformats.org/drawingml/2006/main">
            <a:srgbClr val="F161D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0582C28-58EF-47B9-A5FB-7FCD659E2D85}"/>
              </a:ext>
            </a:extLst>
          </p:cNvPr>
          <p:cNvSpPr>
            <a:spLocks xmlns:a="http://schemas.openxmlformats.org/drawingml/2006/main" noGrp="1"/>
          </p:cNvSpPr>
          <p:nvPr/>
        </p:nvSpPr>
        <p:spPr>
          <a:xfrm xmlns:a="http://schemas.openxmlformats.org/drawingml/2006/main">
            <a:off x="695325" y="4829175"/>
            <a:ext cx="4800600" cy="381000"/>
          </a:xfrm>
          <a:prstGeom xmlns:a="http://schemas.openxmlformats.org/drawingml/2006/main" prst="rect">
            <a:avLst/>
          </a:prstGeom>
          <a:solidFill xmlns:a="http://schemas.openxmlformats.org/drawingml/2006/main">
            <a:srgbClr val="0713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455B969-520D-46F8-AD0E-FBB0AC3C121D}"/>
              </a:ext>
            </a:extLst>
          </p:cNvPr>
          <p:cNvSpPr>
            <a:spLocks xmlns:a="http://schemas.openxmlformats.org/drawingml/2006/main" noGrp="1"/>
          </p:cNvSpPr>
          <p:nvPr/>
        </p:nvSpPr>
        <p:spPr>
          <a:xfrm xmlns:a="http://schemas.openxmlformats.org/drawingml/2006/main">
            <a:off x="819150" y="4905375"/>
            <a:ext cx="4552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00" b="0">
                <a:solidFill>
                  <a:srgbClr val="EAF6FF"/>
                </a:solidFill>
              </a:defRPr>
            </a:defPPr>
            <a:lvl1pPr algn="ctr">
              <a:defRPr sz="900" b="0">
                <a:solidFill>
                  <a:srgbClr val="EAF6FF"/>
                </a:solidFill>
              </a:defRPr>
            </a:lvl1pPr>
            <a:lvl2pPr algn="ctr">
              <a:defRPr sz="900" b="0">
                <a:solidFill>
                  <a:srgbClr val="EAF6FF"/>
                </a:solidFill>
              </a:defRPr>
            </a:lvl2pPr>
            <a:lvl3pPr algn="ctr">
              <a:defRPr sz="900" b="0">
                <a:solidFill>
                  <a:srgbClr val="EAF6FF"/>
                </a:solidFill>
              </a:defRPr>
            </a:lvl3pPr>
            <a:lvl4pPr algn="ctr">
              <a:defRPr sz="900" b="0">
                <a:solidFill>
                  <a:srgbClr val="EAF6FF"/>
                </a:solidFill>
              </a:defRPr>
            </a:lvl4pPr>
            <a:lvl5pPr algn="ctr">
              <a:defRPr sz="900" b="0">
                <a:solidFill>
                  <a:srgbClr val="EAF6FF"/>
                </a:solidFill>
              </a:defRPr>
            </a:lvl5pPr>
            <a:lvl6pPr algn="ctr">
              <a:defRPr sz="900" b="0">
                <a:solidFill>
                  <a:srgbClr val="EAF6FF"/>
                </a:solidFill>
              </a:defRPr>
            </a:lvl6pPr>
            <a:lvl7pPr algn="ctr">
              <a:defRPr sz="900" b="0">
                <a:solidFill>
                  <a:srgbClr val="EAF6FF"/>
                </a:solidFill>
              </a:defRPr>
            </a:lvl7pPr>
            <a:lvl8pPr algn="ctr">
              <a:defRPr sz="900" b="0">
                <a:solidFill>
                  <a:srgbClr val="EAF6FF"/>
                </a:solidFill>
              </a:defRPr>
            </a:lvl8pPr>
            <a:lvl9pPr algn="ctr">
              <a:defRPr sz="900" b="0">
                <a:solidFill>
                  <a:srgbClr val="EAF6FF"/>
                </a:solidFill>
              </a:defRPr>
            </a:lvl9pPr>
          </a:lstStyle>
          <a:p xmlns:a="http://schemas.openxmlformats.org/drawingml/2006/main">
            <a:pPr algn="ctr">
              <a:defRPr sz="900" b="0">
                <a:solidFill>
                  <a:srgbClr val="EAF6FF"/>
                </a:solidFill>
              </a:defRPr>
            </a:pPr>
            <a:r>
              <a:rPr sz="900" b="0">
                <a:solidFill>
                  <a:srgbClr val="EAF6FF"/>
                </a:solidFill>
              </a:rPr>
              <a:t>参考動画（PS Vita）</a:t>
            </a:r>
          </a:p>
        </p:txBody>
      </p:sp>
      <p:sp>
        <p:nvSpPr>
          <p:cNvPr id="14" name="">
            <a:extLst xmlns:a="http://schemas.openxmlformats.org/drawingml/2006/main">
              <a:ext uri="{FF2B5EF4-FFF2-40B4-BE49-F238E27FC236}">
                <a16:creationId xmlns:a16="http://schemas.microsoft.com/office/drawing/2014/main" id="{759B3E7D-958E-4B2A-8F1A-6B566D427CB4}"/>
              </a:ext>
            </a:extLst>
          </p:cNvPr>
          <p:cNvSpPr>
            <a:spLocks xmlns:a="http://schemas.openxmlformats.org/drawingml/2006/main" noGrp="1"/>
          </p:cNvSpPr>
          <p:nvPr/>
        </p:nvSpPr>
        <p:spPr>
          <a:xfrm xmlns:a="http://schemas.openxmlformats.org/drawingml/2006/main">
            <a:off x="6667500" y="1905000"/>
            <a:ext cx="4857750" cy="3333750"/>
          </a:xfrm>
          <a:prstGeom xmlns:a="http://schemas.openxmlformats.org/drawingml/2006/main" prst="roundRect">
            <a:avLst>
              <a:gd name="adj" fmla="val 2286"/>
            </a:avLst>
          </a:prstGeom>
          <a:solidFill xmlns:a="http://schemas.openxmlformats.org/drawingml/2006/main">
            <a:srgbClr val="0B2132"/>
          </a:solidFill>
          <a:ln xmlns:a="http://schemas.openxmlformats.org/drawingml/2006/main" w="9525">
            <a:solidFill>
              <a:srgbClr val="39D7FF"/>
            </a:solidFill>
            <a:prstDash val="solid"/>
          </a:ln>
        </p:spPr>
      </p:sp>
      <p:pic>
        <p:nvPicPr>
          <p:cNvPr id="15" name="">
            <a:extLst xmlns:a="http://schemas.openxmlformats.org/drawingml/2006/main">
              <a:ext uri="{FF2B5EF4-FFF2-40B4-BE49-F238E27FC236}">
                <a16:creationId xmlns:a16="http://schemas.microsoft.com/office/drawing/2014/main" id="{66527F67-6C59-4375-96D1-8F15C0C59420}"/>
              </a:ext>
            </a:extLst>
          </p:cNvPr>
          <p:cNvPicPr>
            <a:picLocks xmlns:a="http://schemas.openxmlformats.org/drawingml/2006/main" noChangeAspect="1"/>
          </p:cNvPicPr>
          <p:nvPr/>
        </p:nvPicPr>
        <p:blipFill>
          <a:blip xmlns:r="http://schemas.openxmlformats.org/officeDocument/2006/relationships" xmlns:a="http://schemas.openxmlformats.org/drawingml/2006/main" r:embed="R21e9caee1e754266"/>
          <a:srcRect xmlns:a="http://schemas.openxmlformats.org/drawingml/2006/main" l="8794" t="0" r="8794" b="0"/>
          <a:stretch xmlns:a="http://schemas.openxmlformats.org/drawingml/2006/main">
            <a:fillRect l="0" t="0" r="0" b="0"/>
          </a:stretch>
        </p:blipFill>
        <p:spPr>
          <a:xfrm xmlns:a="http://schemas.openxmlformats.org/drawingml/2006/main">
            <a:off x="6696075" y="1933575"/>
            <a:ext cx="4800600" cy="3276600"/>
          </a:xfrm>
          <a:prstGeom xmlns:a="http://schemas.openxmlformats.org/drawingml/2006/main" prst="roundRect">
            <a:avLst>
              <a:gd name="adj" fmla="val 3488"/>
            </a:avLst>
          </a:prstGeom>
        </p:spPr>
      </p:pic>
      <p:sp>
        <p:nvSpPr>
          <p:cNvPr id="16" name="">
            <a:extLst xmlns:a="http://schemas.openxmlformats.org/drawingml/2006/main">
              <a:ext uri="{FF2B5EF4-FFF2-40B4-BE49-F238E27FC236}">
                <a16:creationId xmlns:a16="http://schemas.microsoft.com/office/drawing/2014/main" id="{5E77BE4D-B751-406B-BDC1-073EA6E60711}"/>
              </a:ext>
            </a:extLst>
          </p:cNvPr>
          <p:cNvSpPr>
            <a:spLocks xmlns:a="http://schemas.openxmlformats.org/drawingml/2006/main" noGrp="1"/>
          </p:cNvSpPr>
          <p:nvPr/>
        </p:nvSpPr>
        <p:spPr>
          <a:xfrm xmlns:a="http://schemas.openxmlformats.org/drawingml/2006/main">
            <a:off x="6696075" y="1933575"/>
            <a:ext cx="4800600" cy="400050"/>
          </a:xfrm>
          <a:prstGeom xmlns:a="http://schemas.openxmlformats.org/drawingml/2006/main" prst="rect">
            <a:avLst/>
          </a:prstGeom>
          <a:solidFill xmlns:a="http://schemas.openxmlformats.org/drawingml/2006/main">
            <a:srgbClr val="07131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899545D-EC71-42C8-98F2-D7033206E0B5}"/>
              </a:ext>
            </a:extLst>
          </p:cNvPr>
          <p:cNvSpPr>
            <a:spLocks xmlns:a="http://schemas.openxmlformats.org/drawingml/2006/main" noGrp="1"/>
          </p:cNvSpPr>
          <p:nvPr/>
        </p:nvSpPr>
        <p:spPr>
          <a:xfrm xmlns:a="http://schemas.openxmlformats.org/drawingml/2006/main">
            <a:off x="6838950" y="200977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39D7FF"/>
                </a:solidFill>
              </a:defRPr>
            </a:defPPr>
            <a:lvl1pPr algn="l">
              <a:defRPr sz="900" b="1">
                <a:solidFill>
                  <a:srgbClr val="39D7FF"/>
                </a:solidFill>
              </a:defRPr>
            </a:lvl1pPr>
            <a:lvl2pPr algn="l">
              <a:defRPr sz="900" b="1">
                <a:solidFill>
                  <a:srgbClr val="39D7FF"/>
                </a:solidFill>
              </a:defRPr>
            </a:lvl2pPr>
            <a:lvl3pPr algn="l">
              <a:defRPr sz="900" b="1">
                <a:solidFill>
                  <a:srgbClr val="39D7FF"/>
                </a:solidFill>
              </a:defRPr>
            </a:lvl3pPr>
            <a:lvl4pPr algn="l">
              <a:defRPr sz="900" b="1">
                <a:solidFill>
                  <a:srgbClr val="39D7FF"/>
                </a:solidFill>
              </a:defRPr>
            </a:lvl4pPr>
            <a:lvl5pPr algn="l">
              <a:defRPr sz="900" b="1">
                <a:solidFill>
                  <a:srgbClr val="39D7FF"/>
                </a:solidFill>
              </a:defRPr>
            </a:lvl5pPr>
            <a:lvl6pPr algn="l">
              <a:defRPr sz="900" b="1">
                <a:solidFill>
                  <a:srgbClr val="39D7FF"/>
                </a:solidFill>
              </a:defRPr>
            </a:lvl6pPr>
            <a:lvl7pPr algn="l">
              <a:defRPr sz="900" b="1">
                <a:solidFill>
                  <a:srgbClr val="39D7FF"/>
                </a:solidFill>
              </a:defRPr>
            </a:lvl7pPr>
            <a:lvl8pPr algn="l">
              <a:defRPr sz="900" b="1">
                <a:solidFill>
                  <a:srgbClr val="39D7FF"/>
                </a:solidFill>
              </a:defRPr>
            </a:lvl8pPr>
            <a:lvl9pPr algn="l">
              <a:defRPr sz="900" b="1">
                <a:solidFill>
                  <a:srgbClr val="39D7FF"/>
                </a:solidFill>
              </a:defRPr>
            </a:lvl9pPr>
          </a:lstStyle>
          <a:p xmlns:a="http://schemas.openxmlformats.org/drawingml/2006/main">
            <a:pPr algn="l">
              <a:defRPr sz="900" b="1">
                <a:solidFill>
                  <a:srgbClr val="39D7FF"/>
                </a:solidFill>
              </a:defRPr>
            </a:pPr>
            <a:r>
              <a:rPr sz="900" b="1">
                <a:solidFill>
                  <a:srgbClr val="39D7FF"/>
                </a:solidFill>
              </a:rPr>
              <a:t>VIDEO</a:t>
            </a:r>
          </a:p>
        </p:txBody>
      </p:sp>
      <p:sp>
        <p:nvSpPr>
          <p:cNvPr id="18" name="">
            <a:extLst xmlns:a="http://schemas.openxmlformats.org/drawingml/2006/main">
              <a:ext uri="{FF2B5EF4-FFF2-40B4-BE49-F238E27FC236}">
                <a16:creationId xmlns:a16="http://schemas.microsoft.com/office/drawing/2014/main" id="{1978A2DB-0A38-4296-B159-266D0A3F8252}"/>
              </a:ext>
            </a:extLst>
          </p:cNvPr>
          <p:cNvSpPr>
            <a:spLocks xmlns:a="http://schemas.openxmlformats.org/drawingml/2006/main" noGrp="1"/>
          </p:cNvSpPr>
          <p:nvPr/>
        </p:nvSpPr>
        <p:spPr>
          <a:xfrm xmlns:a="http://schemas.openxmlformats.org/drawingml/2006/main">
            <a:off x="7505700" y="1981200"/>
            <a:ext cx="3790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FFFFFF"/>
                </a:solidFill>
              </a:defRPr>
            </a:defPPr>
            <a:lvl1pPr algn="l">
              <a:defRPr sz="1200" b="1">
                <a:solidFill>
                  <a:srgbClr val="FFFFFF"/>
                </a:solidFill>
              </a:defRPr>
            </a:lvl1pPr>
            <a:lvl2pPr algn="l">
              <a:defRPr sz="1200" b="1">
                <a:solidFill>
                  <a:srgbClr val="FFFFFF"/>
                </a:solidFill>
              </a:defRPr>
            </a:lvl2pPr>
            <a:lvl3pPr algn="l">
              <a:defRPr sz="1200" b="1">
                <a:solidFill>
                  <a:srgbClr val="FFFFFF"/>
                </a:solidFill>
              </a:defRPr>
            </a:lvl3pPr>
            <a:lvl4pPr algn="l">
              <a:defRPr sz="1200" b="1">
                <a:solidFill>
                  <a:srgbClr val="FFFFFF"/>
                </a:solidFill>
              </a:defRPr>
            </a:lvl4pPr>
            <a:lvl5pPr algn="l">
              <a:defRPr sz="1200" b="1">
                <a:solidFill>
                  <a:srgbClr val="FFFFFF"/>
                </a:solidFill>
              </a:defRPr>
            </a:lvl5pPr>
            <a:lvl6pPr algn="l">
              <a:defRPr sz="1200" b="1">
                <a:solidFill>
                  <a:srgbClr val="FFFFFF"/>
                </a:solidFill>
              </a:defRPr>
            </a:lvl6pPr>
            <a:lvl7pPr algn="l">
              <a:defRPr sz="1200" b="1">
                <a:solidFill>
                  <a:srgbClr val="FFFFFF"/>
                </a:solidFill>
              </a:defRPr>
            </a:lvl7pPr>
            <a:lvl8pPr algn="l">
              <a:defRPr sz="1200" b="1">
                <a:solidFill>
                  <a:srgbClr val="FFFFFF"/>
                </a:solidFill>
              </a:defRPr>
            </a:lvl8pPr>
            <a:lvl9pPr algn="l">
              <a:defRPr sz="1200" b="1">
                <a:solidFill>
                  <a:srgbClr val="FFFFFF"/>
                </a:solidFill>
              </a:defRPr>
            </a:lvl9pPr>
          </a:lstStyle>
          <a:p xmlns:a="http://schemas.openxmlformats.org/drawingml/2006/main">
            <a:pPr algn="l">
              <a:defRPr sz="1200" b="1">
                <a:solidFill>
                  <a:srgbClr val="FFFFFF"/>
                </a:solidFill>
              </a:defRPr>
            </a:pPr>
            <a:r>
              <a:rPr sz="1200" b="1">
                <a:solidFill>
                  <a:srgbClr val="FFFFFF"/>
                </a:solidFill>
              </a:rPr>
              <a:t>実装前：Valkyrie Strike</a:t>
            </a:r>
          </a:p>
        </p:txBody>
      </p:sp>
      <p:sp>
        <p:nvSpPr>
          <p:cNvPr id="19" name="">
            <a:extLst xmlns:a="http://schemas.openxmlformats.org/drawingml/2006/main">
              <a:ext uri="{FF2B5EF4-FFF2-40B4-BE49-F238E27FC236}">
                <a16:creationId xmlns:a16="http://schemas.microsoft.com/office/drawing/2014/main" id="{DA722E7B-2805-4E31-BF91-AA923D9DF754}"/>
              </a:ext>
            </a:extLst>
          </p:cNvPr>
          <p:cNvSpPr>
            <a:spLocks xmlns:a="http://schemas.openxmlformats.org/drawingml/2006/main" noGrp="1"/>
          </p:cNvSpPr>
          <p:nvPr/>
        </p:nvSpPr>
        <p:spPr>
          <a:xfrm xmlns:a="http://schemas.openxmlformats.org/drawingml/2006/main">
            <a:off x="8820150" y="3295650"/>
            <a:ext cx="552450" cy="552450"/>
          </a:xfrm>
          <a:prstGeom xmlns:a="http://schemas.openxmlformats.org/drawingml/2006/main" prst="ellipse">
            <a:avLst/>
          </a:prstGeom>
          <a:solidFill xmlns:a="http://schemas.openxmlformats.org/drawingml/2006/main">
            <a:srgbClr val="07131F"/>
          </a:solidFill>
          <a:ln xmlns:a="http://schemas.openxmlformats.org/drawingml/2006/main" w="9525">
            <a:solidFill>
              <a:srgbClr val="39D7FF"/>
            </a:solidFill>
            <a:prstDash val="solid"/>
          </a:ln>
        </p:spPr>
      </p:sp>
      <p:sp>
        <p:nvSpPr>
          <p:cNvPr id="20" name="">
            <a:extLst xmlns:a="http://schemas.openxmlformats.org/drawingml/2006/main">
              <a:ext uri="{FF2B5EF4-FFF2-40B4-BE49-F238E27FC236}">
                <a16:creationId xmlns:a16="http://schemas.microsoft.com/office/drawing/2014/main" id="{5DB9DCB6-C3F6-45E6-BAC4-8CB2624D974F}"/>
              </a:ext>
            </a:extLst>
          </p:cNvPr>
          <p:cNvSpPr>
            <a:spLocks xmlns:a="http://schemas.openxmlformats.org/drawingml/2006/main" noGrp="1"/>
          </p:cNvSpPr>
          <p:nvPr/>
        </p:nvSpPr>
        <p:spPr>
          <a:xfrm xmlns:a="http://schemas.openxmlformats.org/drawingml/2006/main">
            <a:off x="9020175" y="3448050"/>
            <a:ext cx="247650" cy="247650"/>
          </a:xfrm>
          <a:prstGeom xmlns:a="http://schemas.openxmlformats.org/drawingml/2006/main" prst="triangle">
            <a:avLst/>
          </a:prstGeom>
          <a:solidFill xmlns:a="http://schemas.openxmlformats.org/drawingml/2006/main">
            <a:srgbClr val="39D7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DAC7F3E-3E02-441D-B04F-E094E3A8F704}"/>
              </a:ext>
            </a:extLst>
          </p:cNvPr>
          <p:cNvSpPr>
            <a:spLocks xmlns:a="http://schemas.openxmlformats.org/drawingml/2006/main" noGrp="1"/>
          </p:cNvSpPr>
          <p:nvPr/>
        </p:nvSpPr>
        <p:spPr>
          <a:xfrm xmlns:a="http://schemas.openxmlformats.org/drawingml/2006/main">
            <a:off x="6696075" y="4829175"/>
            <a:ext cx="4800600" cy="381000"/>
          </a:xfrm>
          <a:prstGeom xmlns:a="http://schemas.openxmlformats.org/drawingml/2006/main" prst="rect">
            <a:avLst/>
          </a:prstGeom>
          <a:solidFill xmlns:a="http://schemas.openxmlformats.org/drawingml/2006/main">
            <a:srgbClr val="07131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5C5AB3E-B700-4A76-8B4E-E6DADAE1DBCA}"/>
              </a:ext>
            </a:extLst>
          </p:cNvPr>
          <p:cNvSpPr>
            <a:spLocks xmlns:a="http://schemas.openxmlformats.org/drawingml/2006/main" noGrp="1"/>
          </p:cNvSpPr>
          <p:nvPr/>
        </p:nvSpPr>
        <p:spPr>
          <a:xfrm xmlns:a="http://schemas.openxmlformats.org/drawingml/2006/main">
            <a:off x="6819900" y="4905375"/>
            <a:ext cx="4552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00" b="0">
                <a:solidFill>
                  <a:srgbClr val="EAF6FF"/>
                </a:solidFill>
              </a:defRPr>
            </a:defPPr>
            <a:lvl1pPr algn="ctr">
              <a:defRPr sz="900" b="0">
                <a:solidFill>
                  <a:srgbClr val="EAF6FF"/>
                </a:solidFill>
              </a:defRPr>
            </a:lvl1pPr>
            <a:lvl2pPr algn="ctr">
              <a:defRPr sz="900" b="0">
                <a:solidFill>
                  <a:srgbClr val="EAF6FF"/>
                </a:solidFill>
              </a:defRPr>
            </a:lvl2pPr>
            <a:lvl3pPr algn="ctr">
              <a:defRPr sz="900" b="0">
                <a:solidFill>
                  <a:srgbClr val="EAF6FF"/>
                </a:solidFill>
              </a:defRPr>
            </a:lvl3pPr>
            <a:lvl4pPr algn="ctr">
              <a:defRPr sz="900" b="0">
                <a:solidFill>
                  <a:srgbClr val="EAF6FF"/>
                </a:solidFill>
              </a:defRPr>
            </a:lvl4pPr>
            <a:lvl5pPr algn="ctr">
              <a:defRPr sz="900" b="0">
                <a:solidFill>
                  <a:srgbClr val="EAF6FF"/>
                </a:solidFill>
              </a:defRPr>
            </a:lvl5pPr>
            <a:lvl6pPr algn="ctr">
              <a:defRPr sz="900" b="0">
                <a:solidFill>
                  <a:srgbClr val="EAF6FF"/>
                </a:solidFill>
              </a:defRPr>
            </a:lvl6pPr>
            <a:lvl7pPr algn="ctr">
              <a:defRPr sz="900" b="0">
                <a:solidFill>
                  <a:srgbClr val="EAF6FF"/>
                </a:solidFill>
              </a:defRPr>
            </a:lvl7pPr>
            <a:lvl8pPr algn="ctr">
              <a:defRPr sz="900" b="0">
                <a:solidFill>
                  <a:srgbClr val="EAF6FF"/>
                </a:solidFill>
              </a:defRPr>
            </a:lvl8pPr>
            <a:lvl9pPr algn="ctr">
              <a:defRPr sz="900" b="0">
                <a:solidFill>
                  <a:srgbClr val="EAF6FF"/>
                </a:solidFill>
              </a:defRPr>
            </a:lvl9pPr>
          </a:lstStyle>
          <a:p xmlns:a="http://schemas.openxmlformats.org/drawingml/2006/main">
            <a:pPr algn="ctr">
              <a:defRPr sz="900" b="0">
                <a:solidFill>
                  <a:srgbClr val="EAF6FF"/>
                </a:solidFill>
              </a:defRPr>
            </a:pPr>
            <a:r>
              <a:rPr sz="900" b="0">
                <a:solidFill>
                  <a:srgbClr val="EAF6FF"/>
                </a:solidFill>
              </a:rPr>
              <a:t>2026-10-17 20-03-09.mp4</a:t>
            </a:r>
          </a:p>
        </p:txBody>
      </p:sp>
      <p:sp>
        <p:nvSpPr>
          <p:cNvPr id="23" name="">
            <a:extLst xmlns:a="http://schemas.openxmlformats.org/drawingml/2006/main">
              <a:ext uri="{FF2B5EF4-FFF2-40B4-BE49-F238E27FC236}">
                <a16:creationId xmlns:a16="http://schemas.microsoft.com/office/drawing/2014/main" id="{DE180CE3-69AB-4B63-B9FE-A976A8B5D7FB}"/>
              </a:ext>
            </a:extLst>
          </p:cNvPr>
          <p:cNvSpPr>
            <a:spLocks xmlns:a="http://schemas.openxmlformats.org/drawingml/2006/main" noGrp="1"/>
          </p:cNvSpPr>
          <p:nvPr/>
        </p:nvSpPr>
        <p:spPr>
          <a:xfrm xmlns:a="http://schemas.openxmlformats.org/drawingml/2006/main">
            <a:off x="1143000" y="576262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EAF6FF"/>
                </a:solidFill>
              </a:defRPr>
            </a:defPPr>
            <a:lvl1pPr algn="ctr">
              <a:defRPr sz="1350" b="1">
                <a:solidFill>
                  <a:srgbClr val="EAF6FF"/>
                </a:solidFill>
              </a:defRPr>
            </a:lvl1pPr>
            <a:lvl2pPr algn="ctr">
              <a:defRPr sz="1350" b="1">
                <a:solidFill>
                  <a:srgbClr val="EAF6FF"/>
                </a:solidFill>
              </a:defRPr>
            </a:lvl2pPr>
            <a:lvl3pPr algn="ctr">
              <a:defRPr sz="1350" b="1">
                <a:solidFill>
                  <a:srgbClr val="EAF6FF"/>
                </a:solidFill>
              </a:defRPr>
            </a:lvl3pPr>
            <a:lvl4pPr algn="ctr">
              <a:defRPr sz="1350" b="1">
                <a:solidFill>
                  <a:srgbClr val="EAF6FF"/>
                </a:solidFill>
              </a:defRPr>
            </a:lvl4pPr>
            <a:lvl5pPr algn="ctr">
              <a:defRPr sz="1350" b="1">
                <a:solidFill>
                  <a:srgbClr val="EAF6FF"/>
                </a:solidFill>
              </a:defRPr>
            </a:lvl5pPr>
            <a:lvl6pPr algn="ctr">
              <a:defRPr sz="1350" b="1">
                <a:solidFill>
                  <a:srgbClr val="EAF6FF"/>
                </a:solidFill>
              </a:defRPr>
            </a:lvl6pPr>
            <a:lvl7pPr algn="ctr">
              <a:defRPr sz="1350" b="1">
                <a:solidFill>
                  <a:srgbClr val="EAF6FF"/>
                </a:solidFill>
              </a:defRPr>
            </a:lvl7pPr>
            <a:lvl8pPr algn="ctr">
              <a:defRPr sz="1350" b="1">
                <a:solidFill>
                  <a:srgbClr val="EAF6FF"/>
                </a:solidFill>
              </a:defRPr>
            </a:lvl8pPr>
            <a:lvl9pPr algn="ctr">
              <a:defRPr sz="1350" b="1">
                <a:solidFill>
                  <a:srgbClr val="EAF6FF"/>
                </a:solidFill>
              </a:defRPr>
            </a:lvl9pPr>
          </a:lstStyle>
          <a:p xmlns:a="http://schemas.openxmlformats.org/drawingml/2006/main">
            <a:pPr algn="ctr">
              <a:defRPr sz="1350" b="1">
                <a:solidFill>
                  <a:srgbClr val="EAF6FF"/>
                </a:solidFill>
              </a:defRPr>
            </a:pPr>
            <a:r>
              <a:rPr sz="1350" b="1">
                <a:solidFill>
                  <a:srgbClr val="EAF6FF"/>
                </a:solidFill>
              </a:rPr>
              <a:t>比較の観点：根元のつながり／曲線の滑らかさ／幅の減衰／旋回時の折れ</a:t>
            </a:r>
          </a:p>
        </p:txBody>
      </p:sp>
    </p:spTree>
    <p:extLst>
      <p:ext uri="{BB962C8B-B14F-4D97-AF65-F5344CB8AC3E}">
        <p14:creationId xmlns:p14="http://schemas.microsoft.com/office/powerpoint/2010/main" val="595303549"/>
      </p:ext>
    </p:extLst>
  </p:cSld>
</p:sld>
</file>

<file path=ppt/slides/slide4.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DC08A2B-7268-4749-A802-7CED09120496}"/>
              </a:ext>
            </a:extLst>
          </p:cNvPr>
          <p:cNvSpPr>
            <a:spLocks xmlns:a="http://schemas.openxmlformats.org/drawingml/2006/main" noGrp="1"/>
          </p:cNvSpPr>
          <p:nvPr/>
        </p:nvSpPr>
        <p:spPr>
          <a:xfrm xmlns:a="http://schemas.openxmlformats.org/drawingml/2006/main">
            <a:off x="647700" y="4000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a:solidFill>
                  <a:srgbClr val="FFFFFF"/>
                </a:solidFill>
              </a:defRPr>
            </a:defPPr>
            <a:lvl1pPr algn="l">
              <a:defRPr sz="2475" b="1">
                <a:solidFill>
                  <a:srgbClr val="FFFFFF"/>
                </a:solidFill>
              </a:defRPr>
            </a:lvl1pPr>
            <a:lvl2pPr algn="l">
              <a:defRPr sz="2475" b="1">
                <a:solidFill>
                  <a:srgbClr val="FFFFFF"/>
                </a:solidFill>
              </a:defRPr>
            </a:lvl2pPr>
            <a:lvl3pPr algn="l">
              <a:defRPr sz="2475" b="1">
                <a:solidFill>
                  <a:srgbClr val="FFFFFF"/>
                </a:solidFill>
              </a:defRPr>
            </a:lvl3pPr>
            <a:lvl4pPr algn="l">
              <a:defRPr sz="2475" b="1">
                <a:solidFill>
                  <a:srgbClr val="FFFFFF"/>
                </a:solidFill>
              </a:defRPr>
            </a:lvl4pPr>
            <a:lvl5pPr algn="l">
              <a:defRPr sz="2475" b="1">
                <a:solidFill>
                  <a:srgbClr val="FFFFFF"/>
                </a:solidFill>
              </a:defRPr>
            </a:lvl5pPr>
            <a:lvl6pPr algn="l">
              <a:defRPr sz="2475" b="1">
                <a:solidFill>
                  <a:srgbClr val="FFFFFF"/>
                </a:solidFill>
              </a:defRPr>
            </a:lvl6pPr>
            <a:lvl7pPr algn="l">
              <a:defRPr sz="2475" b="1">
                <a:solidFill>
                  <a:srgbClr val="FFFFFF"/>
                </a:solidFill>
              </a:defRPr>
            </a:lvl7pPr>
            <a:lvl8pPr algn="l">
              <a:defRPr sz="2475" b="1">
                <a:solidFill>
                  <a:srgbClr val="FFFFFF"/>
                </a:solidFill>
              </a:defRPr>
            </a:lvl8pPr>
            <a:lvl9pPr algn="l">
              <a:defRPr sz="2475" b="1">
                <a:solidFill>
                  <a:srgbClr val="FFFFFF"/>
                </a:solidFill>
              </a:defRPr>
            </a:lvl9pPr>
          </a:lstStyle>
          <a:p xmlns:a="http://schemas.openxmlformats.org/drawingml/2006/main">
            <a:pPr algn="l">
              <a:defRPr sz="2475" b="1">
                <a:solidFill>
                  <a:srgbClr val="FFFFFF"/>
                </a:solidFill>
              </a:defRPr>
            </a:pPr>
            <a:r>
              <a:rPr sz="2475" b="1">
                <a:solidFill>
                  <a:srgbClr val="FFFFFF"/>
                </a:solidFill>
              </a:rPr>
              <a:t>目標とするスラスターの形</a:t>
            </a:r>
          </a:p>
        </p:txBody>
      </p:sp>
      <p:sp>
        <p:nvSpPr>
          <p:cNvPr id="2" name="">
            <a:extLst xmlns:a="http://schemas.openxmlformats.org/drawingml/2006/main">
              <a:ext uri="{FF2B5EF4-FFF2-40B4-BE49-F238E27FC236}">
                <a16:creationId xmlns:a16="http://schemas.microsoft.com/office/drawing/2014/main" id="{F2244F67-90F7-438B-BEC0-AF31B7199708}"/>
              </a:ext>
            </a:extLst>
          </p:cNvPr>
          <p:cNvSpPr>
            <a:spLocks xmlns:a="http://schemas.openxmlformats.org/drawingml/2006/main" noGrp="1"/>
          </p:cNvSpPr>
          <p:nvPr/>
        </p:nvSpPr>
        <p:spPr>
          <a:xfrm xmlns:a="http://schemas.openxmlformats.org/drawingml/2006/main">
            <a:off x="10877550" y="4953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39D7FF"/>
                </a:solidFill>
              </a:defRPr>
            </a:defPPr>
            <a:lvl1pPr algn="r">
              <a:defRPr sz="1050" b="1">
                <a:solidFill>
                  <a:srgbClr val="39D7FF"/>
                </a:solidFill>
              </a:defRPr>
            </a:lvl1pPr>
            <a:lvl2pPr algn="r">
              <a:defRPr sz="1050" b="1">
                <a:solidFill>
                  <a:srgbClr val="39D7FF"/>
                </a:solidFill>
              </a:defRPr>
            </a:lvl2pPr>
            <a:lvl3pPr algn="r">
              <a:defRPr sz="1050" b="1">
                <a:solidFill>
                  <a:srgbClr val="39D7FF"/>
                </a:solidFill>
              </a:defRPr>
            </a:lvl3pPr>
            <a:lvl4pPr algn="r">
              <a:defRPr sz="1050" b="1">
                <a:solidFill>
                  <a:srgbClr val="39D7FF"/>
                </a:solidFill>
              </a:defRPr>
            </a:lvl4pPr>
            <a:lvl5pPr algn="r">
              <a:defRPr sz="1050" b="1">
                <a:solidFill>
                  <a:srgbClr val="39D7FF"/>
                </a:solidFill>
              </a:defRPr>
            </a:lvl5pPr>
            <a:lvl6pPr algn="r">
              <a:defRPr sz="1050" b="1">
                <a:solidFill>
                  <a:srgbClr val="39D7FF"/>
                </a:solidFill>
              </a:defRPr>
            </a:lvl6pPr>
            <a:lvl7pPr algn="r">
              <a:defRPr sz="1050" b="1">
                <a:solidFill>
                  <a:srgbClr val="39D7FF"/>
                </a:solidFill>
              </a:defRPr>
            </a:lvl7pPr>
            <a:lvl8pPr algn="r">
              <a:defRPr sz="1050" b="1">
                <a:solidFill>
                  <a:srgbClr val="39D7FF"/>
                </a:solidFill>
              </a:defRPr>
            </a:lvl8pPr>
            <a:lvl9pPr algn="r">
              <a:defRPr sz="1050" b="1">
                <a:solidFill>
                  <a:srgbClr val="39D7FF"/>
                </a:solidFill>
              </a:defRPr>
            </a:lvl9pPr>
          </a:lstStyle>
          <a:p xmlns:a="http://schemas.openxmlformats.org/drawingml/2006/main">
            <a:pPr algn="r">
              <a:defRPr sz="1050" b="1">
                <a:solidFill>
                  <a:srgbClr val="39D7FF"/>
                </a:solidFill>
              </a:defRPr>
            </a:pPr>
            <a:r>
              <a:rPr sz="1050" b="1">
                <a:solidFill>
                  <a:srgbClr val="39D7FF"/>
                </a:solidFill>
              </a:rPr>
              <a:t>04</a:t>
            </a:r>
          </a:p>
        </p:txBody>
      </p:sp>
      <p:sp>
        <p:nvSpPr>
          <p:cNvPr id="3" name="">
            <a:extLst xmlns:a="http://schemas.openxmlformats.org/drawingml/2006/main">
              <a:ext uri="{FF2B5EF4-FFF2-40B4-BE49-F238E27FC236}">
                <a16:creationId xmlns:a16="http://schemas.microsoft.com/office/drawing/2014/main" id="{753461E3-8CBA-4505-95CD-F9656F8A87DF}"/>
              </a:ext>
            </a:extLst>
          </p:cNvPr>
          <p:cNvSpPr>
            <a:spLocks xmlns:a="http://schemas.openxmlformats.org/drawingml/2006/main" noGrp="1"/>
          </p:cNvSpPr>
          <p:nvPr/>
        </p:nvSpPr>
        <p:spPr>
          <a:xfrm xmlns:a="http://schemas.openxmlformats.org/drawingml/2006/main">
            <a:off x="647700" y="1000125"/>
            <a:ext cx="10896600" cy="190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5A0CE66-8A00-4814-9516-C12EC39C2846}"/>
              </a:ext>
            </a:extLst>
          </p:cNvPr>
          <p:cNvSpPr>
            <a:spLocks xmlns:a="http://schemas.openxmlformats.org/drawingml/2006/main" noGrp="1"/>
          </p:cNvSpPr>
          <p:nvPr/>
        </p:nvSpPr>
        <p:spPr>
          <a:xfrm xmlns:a="http://schemas.openxmlformats.org/drawingml/2006/main">
            <a:off x="666750" y="1266825"/>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FFFFFF"/>
                </a:solidFill>
              </a:defRPr>
            </a:defPPr>
            <a:lvl1pPr algn="l">
              <a:defRPr sz="1650" b="1">
                <a:solidFill>
                  <a:srgbClr val="FFFFFF"/>
                </a:solidFill>
              </a:defRPr>
            </a:lvl1pPr>
            <a:lvl2pPr algn="l">
              <a:defRPr sz="1650" b="1">
                <a:solidFill>
                  <a:srgbClr val="FFFFFF"/>
                </a:solidFill>
              </a:defRPr>
            </a:lvl2pPr>
            <a:lvl3pPr algn="l">
              <a:defRPr sz="1650" b="1">
                <a:solidFill>
                  <a:srgbClr val="FFFFFF"/>
                </a:solidFill>
              </a:defRPr>
            </a:lvl3pPr>
            <a:lvl4pPr algn="l">
              <a:defRPr sz="1650" b="1">
                <a:solidFill>
                  <a:srgbClr val="FFFFFF"/>
                </a:solidFill>
              </a:defRPr>
            </a:lvl4pPr>
            <a:lvl5pPr algn="l">
              <a:defRPr sz="1650" b="1">
                <a:solidFill>
                  <a:srgbClr val="FFFFFF"/>
                </a:solidFill>
              </a:defRPr>
            </a:lvl5pPr>
            <a:lvl6pPr algn="l">
              <a:defRPr sz="1650" b="1">
                <a:solidFill>
                  <a:srgbClr val="FFFFFF"/>
                </a:solidFill>
              </a:defRPr>
            </a:lvl6pPr>
            <a:lvl7pPr algn="l">
              <a:defRPr sz="1650" b="1">
                <a:solidFill>
                  <a:srgbClr val="FFFFFF"/>
                </a:solidFill>
              </a:defRPr>
            </a:lvl7pPr>
            <a:lvl8pPr algn="l">
              <a:defRPr sz="1650" b="1">
                <a:solidFill>
                  <a:srgbClr val="FFFFFF"/>
                </a:solidFill>
              </a:defRPr>
            </a:lvl8pPr>
            <a:lvl9pPr algn="l">
              <a:defRPr sz="1650" b="1">
                <a:solidFill>
                  <a:srgbClr val="FFFFFF"/>
                </a:solidFill>
              </a:defRPr>
            </a:lvl9pPr>
          </a:lstStyle>
          <a:p xmlns:a="http://schemas.openxmlformats.org/drawingml/2006/main">
            <a:pPr algn="l">
              <a:defRPr sz="1650" b="1">
                <a:solidFill>
                  <a:srgbClr val="FFFFFF"/>
                </a:solidFill>
              </a:defRPr>
            </a:pPr>
            <a:r>
              <a:rPr sz="1650" b="1">
                <a:solidFill>
                  <a:srgbClr val="FFFFFF"/>
                </a:solidFill>
              </a:rPr>
              <a:t>ノズルから出る短い高輝度の炎と、空間に残る細い光跡を連続して見せる</a:t>
            </a:r>
          </a:p>
        </p:txBody>
      </p:sp>
      <p:sp>
        <p:nvSpPr>
          <p:cNvPr id="5" name="">
            <a:extLst xmlns:a="http://schemas.openxmlformats.org/drawingml/2006/main">
              <a:ext uri="{FF2B5EF4-FFF2-40B4-BE49-F238E27FC236}">
                <a16:creationId xmlns:a16="http://schemas.microsoft.com/office/drawing/2014/main" id="{9ACFBF37-81AA-4DE7-9524-26A063E25630}"/>
              </a:ext>
            </a:extLst>
          </p:cNvPr>
          <p:cNvSpPr>
            <a:spLocks xmlns:a="http://schemas.openxmlformats.org/drawingml/2006/main" noGrp="1"/>
          </p:cNvSpPr>
          <p:nvPr/>
        </p:nvSpPr>
        <p:spPr>
          <a:xfrm xmlns:a="http://schemas.openxmlformats.org/drawingml/2006/main">
            <a:off x="800100" y="2190750"/>
            <a:ext cx="1952625" cy="1143000"/>
          </a:xfrm>
          <a:prstGeom xmlns:a="http://schemas.openxmlformats.org/drawingml/2006/main" prst="roundRect">
            <a:avLst>
              <a:gd name="adj" fmla="val 6667"/>
            </a:avLst>
          </a:prstGeom>
          <a:solidFill xmlns:a="http://schemas.openxmlformats.org/drawingml/2006/main">
            <a:srgbClr val="102E42"/>
          </a:solidFill>
          <a:ln xmlns:a="http://schemas.openxmlformats.org/drawingml/2006/main" w="9525">
            <a:solidFill>
              <a:srgbClr val="39D7FF"/>
            </a:solidFill>
            <a:prstDash val="solid"/>
          </a:ln>
        </p:spPr>
      </p:sp>
      <p:sp>
        <p:nvSpPr>
          <p:cNvPr id="6" name="">
            <a:extLst xmlns:a="http://schemas.openxmlformats.org/drawingml/2006/main">
              <a:ext uri="{FF2B5EF4-FFF2-40B4-BE49-F238E27FC236}">
                <a16:creationId xmlns:a16="http://schemas.microsoft.com/office/drawing/2014/main" id="{38805CC1-B85C-4F03-B5AA-1EA9831B73AB}"/>
              </a:ext>
            </a:extLst>
          </p:cNvPr>
          <p:cNvSpPr>
            <a:spLocks xmlns:a="http://schemas.openxmlformats.org/drawingml/2006/main" noGrp="1"/>
          </p:cNvSpPr>
          <p:nvPr/>
        </p:nvSpPr>
        <p:spPr>
          <a:xfrm xmlns:a="http://schemas.openxmlformats.org/drawingml/2006/main">
            <a:off x="952500" y="247650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defRPr sz="1500" b="1">
                <a:solidFill>
                  <a:srgbClr val="FFFFFF"/>
                </a:solidFill>
              </a:defRPr>
            </a:pPr>
            <a:r>
              <a:rPr sz="1500" b="1">
                <a:solidFill>
                  <a:srgbClr val="FFFFFF"/>
                </a:solidFill>
              </a:rPr>
              <a:t>ノズル根元</a:t>
            </a:r>
          </a:p>
          <a:p xmlns:a="http://schemas.openxmlformats.org/drawingml/2006/main">
            <a:pPr algn="ctr">
              <a:defRPr sz="1500" b="1">
                <a:solidFill>
                  <a:srgbClr val="FFFFFF"/>
                </a:solidFill>
              </a:defRPr>
            </a:pPr>
            <a:r>
              <a:rPr sz="1500" b="1">
                <a:solidFill>
                  <a:srgbClr val="FFFFFF"/>
                </a:solidFill>
              </a:rPr>
              <a:t>フレア</a:t>
            </a:r>
          </a:p>
        </p:txBody>
      </p:sp>
      <p:sp>
        <p:nvSpPr>
          <p:cNvPr id="7" name="">
            <a:extLst xmlns:a="http://schemas.openxmlformats.org/drawingml/2006/main">
              <a:ext uri="{FF2B5EF4-FFF2-40B4-BE49-F238E27FC236}">
                <a16:creationId xmlns:a16="http://schemas.microsoft.com/office/drawing/2014/main" id="{8FB37CE9-7138-475A-847B-A2EFB06C1F9E}"/>
              </a:ext>
            </a:extLst>
          </p:cNvPr>
          <p:cNvSpPr>
            <a:spLocks xmlns:a="http://schemas.openxmlformats.org/drawingml/2006/main" noGrp="1"/>
          </p:cNvSpPr>
          <p:nvPr/>
        </p:nvSpPr>
        <p:spPr>
          <a:xfrm xmlns:a="http://schemas.openxmlformats.org/drawingml/2006/main">
            <a:off x="2933700" y="2428875"/>
            <a:ext cx="2095500" cy="666750"/>
          </a:xfrm>
          <a:prstGeom xmlns:a="http://schemas.openxmlformats.org/drawingml/2006/main" prst="rightArrow">
            <a:avLst/>
          </a:prstGeom>
          <a:solidFill xmlns:a="http://schemas.openxmlformats.org/drawingml/2006/main">
            <a:srgbClr val="F161D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90C276B-F1E0-4436-9E37-CD2FDB31BE34}"/>
              </a:ext>
            </a:extLst>
          </p:cNvPr>
          <p:cNvSpPr>
            <a:spLocks xmlns:a="http://schemas.openxmlformats.org/drawingml/2006/main" noGrp="1"/>
          </p:cNvSpPr>
          <p:nvPr/>
        </p:nvSpPr>
        <p:spPr>
          <a:xfrm xmlns:a="http://schemas.openxmlformats.org/drawingml/2006/main">
            <a:off x="3209925" y="2609850"/>
            <a:ext cx="1571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07131F"/>
                </a:solidFill>
              </a:defRPr>
            </a:defPPr>
            <a:lvl1pPr algn="ctr">
              <a:defRPr sz="1500" b="1">
                <a:solidFill>
                  <a:srgbClr val="07131F"/>
                </a:solidFill>
              </a:defRPr>
            </a:lvl1pPr>
            <a:lvl2pPr algn="ctr">
              <a:defRPr sz="1500" b="1">
                <a:solidFill>
                  <a:srgbClr val="07131F"/>
                </a:solidFill>
              </a:defRPr>
            </a:lvl2pPr>
            <a:lvl3pPr algn="ctr">
              <a:defRPr sz="1500" b="1">
                <a:solidFill>
                  <a:srgbClr val="07131F"/>
                </a:solidFill>
              </a:defRPr>
            </a:lvl3pPr>
            <a:lvl4pPr algn="ctr">
              <a:defRPr sz="1500" b="1">
                <a:solidFill>
                  <a:srgbClr val="07131F"/>
                </a:solidFill>
              </a:defRPr>
            </a:lvl4pPr>
            <a:lvl5pPr algn="ctr">
              <a:defRPr sz="1500" b="1">
                <a:solidFill>
                  <a:srgbClr val="07131F"/>
                </a:solidFill>
              </a:defRPr>
            </a:lvl5pPr>
            <a:lvl6pPr algn="ctr">
              <a:defRPr sz="1500" b="1">
                <a:solidFill>
                  <a:srgbClr val="07131F"/>
                </a:solidFill>
              </a:defRPr>
            </a:lvl6pPr>
            <a:lvl7pPr algn="ctr">
              <a:defRPr sz="1500" b="1">
                <a:solidFill>
                  <a:srgbClr val="07131F"/>
                </a:solidFill>
              </a:defRPr>
            </a:lvl7pPr>
            <a:lvl8pPr algn="ctr">
              <a:defRPr sz="1500" b="1">
                <a:solidFill>
                  <a:srgbClr val="07131F"/>
                </a:solidFill>
              </a:defRPr>
            </a:lvl8pPr>
            <a:lvl9pPr algn="ctr">
              <a:defRPr sz="1500" b="1">
                <a:solidFill>
                  <a:srgbClr val="07131F"/>
                </a:solidFill>
              </a:defRPr>
            </a:lvl9pPr>
          </a:lstStyle>
          <a:p xmlns:a="http://schemas.openxmlformats.org/drawingml/2006/main">
            <a:pPr algn="ctr">
              <a:defRPr sz="1500" b="1">
                <a:solidFill>
                  <a:srgbClr val="07131F"/>
                </a:solidFill>
              </a:defRPr>
            </a:pPr>
            <a:r>
              <a:rPr sz="1500" b="1">
                <a:solidFill>
                  <a:srgbClr val="07131F"/>
                </a:solidFill>
              </a:rPr>
              <a:t>立体的な炎</a:t>
            </a:r>
          </a:p>
        </p:txBody>
      </p:sp>
      <p:sp>
        <p:nvSpPr>
          <p:cNvPr id="9" name="">
            <a:extLst xmlns:a="http://schemas.openxmlformats.org/drawingml/2006/main">
              <a:ext uri="{FF2B5EF4-FFF2-40B4-BE49-F238E27FC236}">
                <a16:creationId xmlns:a16="http://schemas.microsoft.com/office/drawing/2014/main" id="{C761D47D-2A4E-4081-96CF-F7E73F80A0D8}"/>
              </a:ext>
            </a:extLst>
          </p:cNvPr>
          <p:cNvSpPr>
            <a:spLocks xmlns:a="http://schemas.openxmlformats.org/drawingml/2006/main" noGrp="1"/>
          </p:cNvSpPr>
          <p:nvPr/>
        </p:nvSpPr>
        <p:spPr>
          <a:xfrm xmlns:a="http://schemas.openxmlformats.org/drawingml/2006/main">
            <a:off x="4953000" y="2667000"/>
            <a:ext cx="2000250" cy="457200"/>
          </a:xfrm>
          <a:prstGeom xmlns:a="http://schemas.openxmlformats.org/drawingml/2006/main" prst="rightArrow">
            <a:avLst/>
          </a:prstGeom>
          <a:solidFill xmlns:a="http://schemas.openxmlformats.org/drawingml/2006/main">
            <a:srgbClr val="8D72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3627CAF-1662-404A-B87C-F1A5A3420DDE}"/>
              </a:ext>
            </a:extLst>
          </p:cNvPr>
          <p:cNvSpPr>
            <a:spLocks xmlns:a="http://schemas.openxmlformats.org/drawingml/2006/main" noGrp="1"/>
          </p:cNvSpPr>
          <p:nvPr/>
        </p:nvSpPr>
        <p:spPr>
          <a:xfrm xmlns:a="http://schemas.openxmlformats.org/drawingml/2006/main">
            <a:off x="5143500" y="2733675"/>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FFFFFF"/>
                </a:solidFill>
              </a:defRPr>
            </a:defPPr>
            <a:lvl1pPr algn="ctr">
              <a:defRPr sz="1350" b="1">
                <a:solidFill>
                  <a:srgbClr val="FFFFFF"/>
                </a:solidFill>
              </a:defRPr>
            </a:lvl1pPr>
            <a:lvl2pPr algn="ctr">
              <a:defRPr sz="1350" b="1">
                <a:solidFill>
                  <a:srgbClr val="FFFFFF"/>
                </a:solidFill>
              </a:defRPr>
            </a:lvl2pPr>
            <a:lvl3pPr algn="ctr">
              <a:defRPr sz="1350" b="1">
                <a:solidFill>
                  <a:srgbClr val="FFFFFF"/>
                </a:solidFill>
              </a:defRPr>
            </a:lvl3pPr>
            <a:lvl4pPr algn="ctr">
              <a:defRPr sz="1350" b="1">
                <a:solidFill>
                  <a:srgbClr val="FFFFFF"/>
                </a:solidFill>
              </a:defRPr>
            </a:lvl4pPr>
            <a:lvl5pPr algn="ctr">
              <a:defRPr sz="1350" b="1">
                <a:solidFill>
                  <a:srgbClr val="FFFFFF"/>
                </a:solidFill>
              </a:defRPr>
            </a:lvl5pPr>
            <a:lvl6pPr algn="ctr">
              <a:defRPr sz="1350" b="1">
                <a:solidFill>
                  <a:srgbClr val="FFFFFF"/>
                </a:solidFill>
              </a:defRPr>
            </a:lvl6pPr>
            <a:lvl7pPr algn="ctr">
              <a:defRPr sz="1350" b="1">
                <a:solidFill>
                  <a:srgbClr val="FFFFFF"/>
                </a:solidFill>
              </a:defRPr>
            </a:lvl7pPr>
            <a:lvl8pPr algn="ctr">
              <a:defRPr sz="1350" b="1">
                <a:solidFill>
                  <a:srgbClr val="FFFFFF"/>
                </a:solidFill>
              </a:defRPr>
            </a:lvl8pPr>
            <a:lvl9pPr algn="ctr">
              <a:defRPr sz="1350" b="1">
                <a:solidFill>
                  <a:srgbClr val="FFFFFF"/>
                </a:solidFill>
              </a:defRPr>
            </a:lvl9pPr>
          </a:lstStyle>
          <a:p xmlns:a="http://schemas.openxmlformats.org/drawingml/2006/main">
            <a:pPr algn="ctr">
              <a:defRPr sz="1350" b="1">
                <a:solidFill>
                  <a:srgbClr val="FFFFFF"/>
                </a:solidFill>
              </a:defRPr>
            </a:pPr>
            <a:r>
              <a:rPr sz="1350" b="1">
                <a:solidFill>
                  <a:srgbClr val="FFFFFF"/>
                </a:solidFill>
              </a:rPr>
              <a:t>曲がる炎</a:t>
            </a:r>
          </a:p>
        </p:txBody>
      </p:sp>
      <p:sp>
        <p:nvSpPr>
          <p:cNvPr id="11" name="">
            <a:extLst xmlns:a="http://schemas.openxmlformats.org/drawingml/2006/main">
              <a:ext uri="{FF2B5EF4-FFF2-40B4-BE49-F238E27FC236}">
                <a16:creationId xmlns:a16="http://schemas.microsoft.com/office/drawing/2014/main" id="{B4E7D826-F4A3-43A3-890A-A051F8531732}"/>
              </a:ext>
            </a:extLst>
          </p:cNvPr>
          <p:cNvSpPr>
            <a:spLocks xmlns:a="http://schemas.openxmlformats.org/drawingml/2006/main" noGrp="1"/>
          </p:cNvSpPr>
          <p:nvPr/>
        </p:nvSpPr>
        <p:spPr>
          <a:xfrm xmlns:a="http://schemas.openxmlformats.org/drawingml/2006/main">
            <a:off x="6762750" y="3009900"/>
            <a:ext cx="3810000" cy="304800"/>
          </a:xfrm>
          <a:prstGeom xmlns:a="http://schemas.openxmlformats.org/drawingml/2006/main" prst="rightArrow">
            <a:avLst/>
          </a:prstGeom>
          <a:solidFill xmlns:a="http://schemas.openxmlformats.org/drawingml/2006/main">
            <a:srgbClr val="39D7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5748AD6-D008-45A7-8322-A831D5B79639}"/>
              </a:ext>
            </a:extLst>
          </p:cNvPr>
          <p:cNvSpPr>
            <a:spLocks xmlns:a="http://schemas.openxmlformats.org/drawingml/2006/main" noGrp="1"/>
          </p:cNvSpPr>
          <p:nvPr/>
        </p:nvSpPr>
        <p:spPr>
          <a:xfrm xmlns:a="http://schemas.openxmlformats.org/drawingml/2006/main">
            <a:off x="7543800" y="33718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39D7FF"/>
                </a:solidFill>
              </a:defRPr>
            </a:defPPr>
            <a:lvl1pPr algn="ctr">
              <a:defRPr sz="1350" b="1">
                <a:solidFill>
                  <a:srgbClr val="39D7FF"/>
                </a:solidFill>
              </a:defRPr>
            </a:lvl1pPr>
            <a:lvl2pPr algn="ctr">
              <a:defRPr sz="1350" b="1">
                <a:solidFill>
                  <a:srgbClr val="39D7FF"/>
                </a:solidFill>
              </a:defRPr>
            </a:lvl2pPr>
            <a:lvl3pPr algn="ctr">
              <a:defRPr sz="1350" b="1">
                <a:solidFill>
                  <a:srgbClr val="39D7FF"/>
                </a:solidFill>
              </a:defRPr>
            </a:lvl3pPr>
            <a:lvl4pPr algn="ctr">
              <a:defRPr sz="1350" b="1">
                <a:solidFill>
                  <a:srgbClr val="39D7FF"/>
                </a:solidFill>
              </a:defRPr>
            </a:lvl4pPr>
            <a:lvl5pPr algn="ctr">
              <a:defRPr sz="1350" b="1">
                <a:solidFill>
                  <a:srgbClr val="39D7FF"/>
                </a:solidFill>
              </a:defRPr>
            </a:lvl5pPr>
            <a:lvl6pPr algn="ctr">
              <a:defRPr sz="1350" b="1">
                <a:solidFill>
                  <a:srgbClr val="39D7FF"/>
                </a:solidFill>
              </a:defRPr>
            </a:lvl6pPr>
            <a:lvl7pPr algn="ctr">
              <a:defRPr sz="1350" b="1">
                <a:solidFill>
                  <a:srgbClr val="39D7FF"/>
                </a:solidFill>
              </a:defRPr>
            </a:lvl7pPr>
            <a:lvl8pPr algn="ctr">
              <a:defRPr sz="1350" b="1">
                <a:solidFill>
                  <a:srgbClr val="39D7FF"/>
                </a:solidFill>
              </a:defRPr>
            </a:lvl8pPr>
            <a:lvl9pPr algn="ctr">
              <a:defRPr sz="1350" b="1">
                <a:solidFill>
                  <a:srgbClr val="39D7FF"/>
                </a:solidFill>
              </a:defRPr>
            </a:lvl9pPr>
          </a:lstStyle>
          <a:p xmlns:a="http://schemas.openxmlformats.org/drawingml/2006/main">
            <a:pPr algn="ctr">
              <a:defRPr sz="1350" b="1">
                <a:solidFill>
                  <a:srgbClr val="39D7FF"/>
                </a:solidFill>
              </a:defRPr>
            </a:pPr>
            <a:r>
              <a:rPr sz="1350" b="1">
                <a:solidFill>
                  <a:srgbClr val="39D7FF"/>
                </a:solidFill>
              </a:rPr>
              <a:t>時間で細く消える光跡</a:t>
            </a:r>
          </a:p>
        </p:txBody>
      </p:sp>
      <p:sp>
        <p:nvSpPr>
          <p:cNvPr id="13" name="">
            <a:extLst xmlns:a="http://schemas.openxmlformats.org/drawingml/2006/main">
              <a:ext uri="{FF2B5EF4-FFF2-40B4-BE49-F238E27FC236}">
                <a16:creationId xmlns:a16="http://schemas.microsoft.com/office/drawing/2014/main" id="{20C3927A-BC79-464D-8251-E1A95CEFABE4}"/>
              </a:ext>
            </a:extLst>
          </p:cNvPr>
          <p:cNvSpPr>
            <a:spLocks xmlns:a="http://schemas.openxmlformats.org/drawingml/2006/main" noGrp="1"/>
          </p:cNvSpPr>
          <p:nvPr/>
        </p:nvSpPr>
        <p:spPr>
          <a:xfrm xmlns:a="http://schemas.openxmlformats.org/drawingml/2006/main">
            <a:off x="1047750" y="4476750"/>
            <a:ext cx="9525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EAF6FF"/>
                </a:solidFill>
              </a:defRPr>
            </a:defPPr>
            <a:lvl1pPr algn="l">
              <a:defRPr sz="1500" b="0">
                <a:solidFill>
                  <a:srgbClr val="EAF6FF"/>
                </a:solidFill>
              </a:defRPr>
            </a:lvl1pPr>
            <a:lvl2pPr algn="l">
              <a:defRPr sz="1500" b="0">
                <a:solidFill>
                  <a:srgbClr val="EAF6FF"/>
                </a:solidFill>
              </a:defRPr>
            </a:lvl2pPr>
            <a:lvl3pPr algn="l">
              <a:defRPr sz="1500" b="0">
                <a:solidFill>
                  <a:srgbClr val="EAF6FF"/>
                </a:solidFill>
              </a:defRPr>
            </a:lvl3pPr>
            <a:lvl4pPr algn="l">
              <a:defRPr sz="1500" b="0">
                <a:solidFill>
                  <a:srgbClr val="EAF6FF"/>
                </a:solidFill>
              </a:defRPr>
            </a:lvl4pPr>
            <a:lvl5pPr algn="l">
              <a:defRPr sz="1500" b="0">
                <a:solidFill>
                  <a:srgbClr val="EAF6FF"/>
                </a:solidFill>
              </a:defRPr>
            </a:lvl5pPr>
            <a:lvl6pPr algn="l">
              <a:defRPr sz="1500" b="0">
                <a:solidFill>
                  <a:srgbClr val="EAF6FF"/>
                </a:solidFill>
              </a:defRPr>
            </a:lvl6pPr>
            <a:lvl7pPr algn="l">
              <a:defRPr sz="1500" b="0">
                <a:solidFill>
                  <a:srgbClr val="EAF6FF"/>
                </a:solidFill>
              </a:defRPr>
            </a:lvl7pPr>
            <a:lvl8pPr algn="l">
              <a:defRPr sz="1500" b="0">
                <a:solidFill>
                  <a:srgbClr val="EAF6FF"/>
                </a:solidFill>
              </a:defRPr>
            </a:lvl8pPr>
            <a:lvl9pPr algn="l">
              <a:defRPr sz="1500" b="0">
                <a:solidFill>
                  <a:srgbClr val="EAF6FF"/>
                </a:solidFill>
              </a:defRPr>
            </a:lvl9pPr>
          </a:lstStyle>
          <a:p xmlns:a="http://schemas.openxmlformats.org/drawingml/2006/main">
            <a:pPr algn="l">
              <a:defRPr sz="1500" b="0">
                <a:solidFill>
                  <a:srgbClr val="EAF6FF"/>
                </a:solidFill>
              </a:defRPr>
            </a:pPr>
            <a:r>
              <a:rPr sz="1500" b="0">
                <a:solidFill>
                  <a:srgbClr val="EAF6FF"/>
                </a:solidFill>
              </a:rPr>
              <a:t>• 炎と光跡が別の方向へ伸びない</a:t>
            </a:r>
          </a:p>
          <a:p xmlns:a="http://schemas.openxmlformats.org/drawingml/2006/main">
            <a:pPr algn="l">
              <a:defRPr sz="1500" b="0">
                <a:solidFill>
                  <a:srgbClr val="EAF6FF"/>
                </a:solidFill>
              </a:defRPr>
            </a:pPr>
            <a:r>
              <a:rPr sz="1500" b="0">
                <a:solidFill>
                  <a:srgbClr val="EAF6FF"/>
                </a:solidFill>
              </a:rPr>
              <a:t>• 加速中は太く明るく、減速すると短く弱くなる</a:t>
            </a:r>
          </a:p>
          <a:p xmlns:a="http://schemas.openxmlformats.org/drawingml/2006/main">
            <a:pPr algn="l">
              <a:defRPr sz="1500" b="0">
                <a:solidFill>
                  <a:srgbClr val="EAF6FF"/>
                </a:solidFill>
              </a:defRPr>
            </a:pPr>
            <a:r>
              <a:rPr sz="1500" b="0">
                <a:solidFill>
                  <a:srgbClr val="EAF6FF"/>
                </a:solidFill>
              </a:rPr>
              <a:t>• 旋回の履歴を残し、機体が通った弧を読める</a:t>
            </a:r>
          </a:p>
        </p:txBody>
      </p:sp>
    </p:spTree>
    <p:extLst>
      <p:ext uri="{BB962C8B-B14F-4D97-AF65-F5344CB8AC3E}">
        <p14:creationId xmlns:p14="http://schemas.microsoft.com/office/powerpoint/2010/main" val="1295044388"/>
      </p:ext>
    </p:extLst>
  </p:cSld>
</p:sld>
</file>

<file path=ppt/slides/slide5.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D06D431-0AEE-4FE3-B52D-E2E52B9E0DFB}"/>
              </a:ext>
            </a:extLst>
          </p:cNvPr>
          <p:cNvSpPr>
            <a:spLocks xmlns:a="http://schemas.openxmlformats.org/drawingml/2006/main" noGrp="1"/>
          </p:cNvSpPr>
          <p:nvPr/>
        </p:nvSpPr>
        <p:spPr>
          <a:xfrm xmlns:a="http://schemas.openxmlformats.org/drawingml/2006/main">
            <a:off x="647700" y="4000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a:solidFill>
                  <a:srgbClr val="FFFFFF"/>
                </a:solidFill>
              </a:defRPr>
            </a:defPPr>
            <a:lvl1pPr algn="l">
              <a:defRPr sz="2475" b="1">
                <a:solidFill>
                  <a:srgbClr val="FFFFFF"/>
                </a:solidFill>
              </a:defRPr>
            </a:lvl1pPr>
            <a:lvl2pPr algn="l">
              <a:defRPr sz="2475" b="1">
                <a:solidFill>
                  <a:srgbClr val="FFFFFF"/>
                </a:solidFill>
              </a:defRPr>
            </a:lvl2pPr>
            <a:lvl3pPr algn="l">
              <a:defRPr sz="2475" b="1">
                <a:solidFill>
                  <a:srgbClr val="FFFFFF"/>
                </a:solidFill>
              </a:defRPr>
            </a:lvl3pPr>
            <a:lvl4pPr algn="l">
              <a:defRPr sz="2475" b="1">
                <a:solidFill>
                  <a:srgbClr val="FFFFFF"/>
                </a:solidFill>
              </a:defRPr>
            </a:lvl4pPr>
            <a:lvl5pPr algn="l">
              <a:defRPr sz="2475" b="1">
                <a:solidFill>
                  <a:srgbClr val="FFFFFF"/>
                </a:solidFill>
              </a:defRPr>
            </a:lvl5pPr>
            <a:lvl6pPr algn="l">
              <a:defRPr sz="2475" b="1">
                <a:solidFill>
                  <a:srgbClr val="FFFFFF"/>
                </a:solidFill>
              </a:defRPr>
            </a:lvl6pPr>
            <a:lvl7pPr algn="l">
              <a:defRPr sz="2475" b="1">
                <a:solidFill>
                  <a:srgbClr val="FFFFFF"/>
                </a:solidFill>
              </a:defRPr>
            </a:lvl7pPr>
            <a:lvl8pPr algn="l">
              <a:defRPr sz="2475" b="1">
                <a:solidFill>
                  <a:srgbClr val="FFFFFF"/>
                </a:solidFill>
              </a:defRPr>
            </a:lvl8pPr>
            <a:lvl9pPr algn="l">
              <a:defRPr sz="2475" b="1">
                <a:solidFill>
                  <a:srgbClr val="FFFFFF"/>
                </a:solidFill>
              </a:defRPr>
            </a:lvl9pPr>
          </a:lstStyle>
          <a:p xmlns:a="http://schemas.openxmlformats.org/drawingml/2006/main">
            <a:pPr algn="l">
              <a:defRPr sz="2475" b="1">
                <a:solidFill>
                  <a:srgbClr val="FFFFFF"/>
                </a:solidFill>
              </a:defRPr>
            </a:pPr>
            <a:r>
              <a:rPr sz="2475" b="1">
                <a:solidFill>
                  <a:srgbClr val="FFFFFF"/>
                </a:solidFill>
              </a:rPr>
              <a:t>実装の全体構成</a:t>
            </a:r>
          </a:p>
        </p:txBody>
      </p:sp>
      <p:sp>
        <p:nvSpPr>
          <p:cNvPr id="2" name="">
            <a:extLst xmlns:a="http://schemas.openxmlformats.org/drawingml/2006/main">
              <a:ext uri="{FF2B5EF4-FFF2-40B4-BE49-F238E27FC236}">
                <a16:creationId xmlns:a16="http://schemas.microsoft.com/office/drawing/2014/main" id="{50D88A83-E4DE-4AA4-9A5A-9311DF3485DE}"/>
              </a:ext>
            </a:extLst>
          </p:cNvPr>
          <p:cNvSpPr>
            <a:spLocks xmlns:a="http://schemas.openxmlformats.org/drawingml/2006/main" noGrp="1"/>
          </p:cNvSpPr>
          <p:nvPr/>
        </p:nvSpPr>
        <p:spPr>
          <a:xfrm xmlns:a="http://schemas.openxmlformats.org/drawingml/2006/main">
            <a:off x="10877550" y="4953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39D7FF"/>
                </a:solidFill>
              </a:defRPr>
            </a:defPPr>
            <a:lvl1pPr algn="r">
              <a:defRPr sz="1050" b="1">
                <a:solidFill>
                  <a:srgbClr val="39D7FF"/>
                </a:solidFill>
              </a:defRPr>
            </a:lvl1pPr>
            <a:lvl2pPr algn="r">
              <a:defRPr sz="1050" b="1">
                <a:solidFill>
                  <a:srgbClr val="39D7FF"/>
                </a:solidFill>
              </a:defRPr>
            </a:lvl2pPr>
            <a:lvl3pPr algn="r">
              <a:defRPr sz="1050" b="1">
                <a:solidFill>
                  <a:srgbClr val="39D7FF"/>
                </a:solidFill>
              </a:defRPr>
            </a:lvl3pPr>
            <a:lvl4pPr algn="r">
              <a:defRPr sz="1050" b="1">
                <a:solidFill>
                  <a:srgbClr val="39D7FF"/>
                </a:solidFill>
              </a:defRPr>
            </a:lvl4pPr>
            <a:lvl5pPr algn="r">
              <a:defRPr sz="1050" b="1">
                <a:solidFill>
                  <a:srgbClr val="39D7FF"/>
                </a:solidFill>
              </a:defRPr>
            </a:lvl5pPr>
            <a:lvl6pPr algn="r">
              <a:defRPr sz="1050" b="1">
                <a:solidFill>
                  <a:srgbClr val="39D7FF"/>
                </a:solidFill>
              </a:defRPr>
            </a:lvl6pPr>
            <a:lvl7pPr algn="r">
              <a:defRPr sz="1050" b="1">
                <a:solidFill>
                  <a:srgbClr val="39D7FF"/>
                </a:solidFill>
              </a:defRPr>
            </a:lvl7pPr>
            <a:lvl8pPr algn="r">
              <a:defRPr sz="1050" b="1">
                <a:solidFill>
                  <a:srgbClr val="39D7FF"/>
                </a:solidFill>
              </a:defRPr>
            </a:lvl8pPr>
            <a:lvl9pPr algn="r">
              <a:defRPr sz="1050" b="1">
                <a:solidFill>
                  <a:srgbClr val="39D7FF"/>
                </a:solidFill>
              </a:defRPr>
            </a:lvl9pPr>
          </a:lstStyle>
          <a:p xmlns:a="http://schemas.openxmlformats.org/drawingml/2006/main">
            <a:pPr algn="r">
              <a:defRPr sz="1050" b="1">
                <a:solidFill>
                  <a:srgbClr val="39D7FF"/>
                </a:solidFill>
              </a:defRPr>
            </a:pPr>
            <a:r>
              <a:rPr sz="1050" b="1">
                <a:solidFill>
                  <a:srgbClr val="39D7FF"/>
                </a:solidFill>
              </a:rPr>
              <a:t>05</a:t>
            </a:r>
          </a:p>
        </p:txBody>
      </p:sp>
      <p:sp>
        <p:nvSpPr>
          <p:cNvPr id="3" name="">
            <a:extLst xmlns:a="http://schemas.openxmlformats.org/drawingml/2006/main">
              <a:ext uri="{FF2B5EF4-FFF2-40B4-BE49-F238E27FC236}">
                <a16:creationId xmlns:a16="http://schemas.microsoft.com/office/drawing/2014/main" id="{9B35305A-B808-4F4C-A9AB-2D86098658E6}"/>
              </a:ext>
            </a:extLst>
          </p:cNvPr>
          <p:cNvSpPr>
            <a:spLocks xmlns:a="http://schemas.openxmlformats.org/drawingml/2006/main" noGrp="1"/>
          </p:cNvSpPr>
          <p:nvPr/>
        </p:nvSpPr>
        <p:spPr>
          <a:xfrm xmlns:a="http://schemas.openxmlformats.org/drawingml/2006/main">
            <a:off x="647700" y="1000125"/>
            <a:ext cx="10896600" cy="190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9B03F49-5E71-4E7C-B3AB-D6B20228D143}"/>
              </a:ext>
            </a:extLst>
          </p:cNvPr>
          <p:cNvSpPr>
            <a:spLocks xmlns:a="http://schemas.openxmlformats.org/drawingml/2006/main" noGrp="1"/>
          </p:cNvSpPr>
          <p:nvPr/>
        </p:nvSpPr>
        <p:spPr>
          <a:xfrm xmlns:a="http://schemas.openxmlformats.org/drawingml/2006/main">
            <a:off x="685800" y="2000250"/>
            <a:ext cx="1866900" cy="2381250"/>
          </a:xfrm>
          <a:prstGeom xmlns:a="http://schemas.openxmlformats.org/drawingml/2006/main" prst="roundRect">
            <a:avLst>
              <a:gd name="adj" fmla="val 4082"/>
            </a:avLst>
          </a:prstGeom>
          <a:solidFill xmlns:a="http://schemas.openxmlformats.org/drawingml/2006/main">
            <a:srgbClr val="102E42"/>
          </a:solidFill>
          <a:ln xmlns:a="http://schemas.openxmlformats.org/drawingml/2006/main" w="9525">
            <a:solidFill>
              <a:srgbClr val="39D7FF"/>
            </a:solidFill>
            <a:prstDash val="solid"/>
          </a:ln>
        </p:spPr>
      </p:sp>
      <p:sp>
        <p:nvSpPr>
          <p:cNvPr id="5" name="">
            <a:extLst xmlns:a="http://schemas.openxmlformats.org/drawingml/2006/main">
              <a:ext uri="{FF2B5EF4-FFF2-40B4-BE49-F238E27FC236}">
                <a16:creationId xmlns:a16="http://schemas.microsoft.com/office/drawing/2014/main" id="{1C7B6873-3721-4F46-A22D-6C154FE31533}"/>
              </a:ext>
            </a:extLst>
          </p:cNvPr>
          <p:cNvSpPr>
            <a:spLocks xmlns:a="http://schemas.openxmlformats.org/drawingml/2006/main" noGrp="1"/>
          </p:cNvSpPr>
          <p:nvPr/>
        </p:nvSpPr>
        <p:spPr>
          <a:xfrm xmlns:a="http://schemas.openxmlformats.org/drawingml/2006/main">
            <a:off x="838200" y="21717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39D7FF"/>
                </a:solidFill>
              </a:defRPr>
            </a:defPPr>
            <a:lvl1pPr algn="l">
              <a:defRPr sz="1425" b="1">
                <a:solidFill>
                  <a:srgbClr val="39D7FF"/>
                </a:solidFill>
              </a:defRPr>
            </a:lvl1pPr>
            <a:lvl2pPr algn="l">
              <a:defRPr sz="1425" b="1">
                <a:solidFill>
                  <a:srgbClr val="39D7FF"/>
                </a:solidFill>
              </a:defRPr>
            </a:lvl2pPr>
            <a:lvl3pPr algn="l">
              <a:defRPr sz="1425" b="1">
                <a:solidFill>
                  <a:srgbClr val="39D7FF"/>
                </a:solidFill>
              </a:defRPr>
            </a:lvl3pPr>
            <a:lvl4pPr algn="l">
              <a:defRPr sz="1425" b="1">
                <a:solidFill>
                  <a:srgbClr val="39D7FF"/>
                </a:solidFill>
              </a:defRPr>
            </a:lvl4pPr>
            <a:lvl5pPr algn="l">
              <a:defRPr sz="1425" b="1">
                <a:solidFill>
                  <a:srgbClr val="39D7FF"/>
                </a:solidFill>
              </a:defRPr>
            </a:lvl5pPr>
            <a:lvl6pPr algn="l">
              <a:defRPr sz="1425" b="1">
                <a:solidFill>
                  <a:srgbClr val="39D7FF"/>
                </a:solidFill>
              </a:defRPr>
            </a:lvl6pPr>
            <a:lvl7pPr algn="l">
              <a:defRPr sz="1425" b="1">
                <a:solidFill>
                  <a:srgbClr val="39D7FF"/>
                </a:solidFill>
              </a:defRPr>
            </a:lvl7pPr>
            <a:lvl8pPr algn="l">
              <a:defRPr sz="1425" b="1">
                <a:solidFill>
                  <a:srgbClr val="39D7FF"/>
                </a:solidFill>
              </a:defRPr>
            </a:lvl8pPr>
            <a:lvl9pPr algn="l">
              <a:defRPr sz="1425" b="1">
                <a:solidFill>
                  <a:srgbClr val="39D7FF"/>
                </a:solidFill>
              </a:defRPr>
            </a:lvl9pPr>
          </a:lstStyle>
          <a:p xmlns:a="http://schemas.openxmlformats.org/drawingml/2006/main">
            <a:pPr algn="l">
              <a:defRPr sz="1425" b="1">
                <a:solidFill>
                  <a:srgbClr val="39D7FF"/>
                </a:solidFill>
              </a:defRPr>
            </a:pPr>
            <a:r>
              <a:rPr sz="1425" b="1">
                <a:solidFill>
                  <a:srgbClr val="39D7FF"/>
                </a:solidFill>
              </a:rPr>
              <a:t>1</a:t>
            </a:r>
          </a:p>
        </p:txBody>
      </p:sp>
      <p:sp>
        <p:nvSpPr>
          <p:cNvPr id="6" name="">
            <a:extLst xmlns:a="http://schemas.openxmlformats.org/drawingml/2006/main">
              <a:ext uri="{FF2B5EF4-FFF2-40B4-BE49-F238E27FC236}">
                <a16:creationId xmlns:a16="http://schemas.microsoft.com/office/drawing/2014/main" id="{1FEB1992-BA80-41ED-A9ED-894FEF23A827}"/>
              </a:ext>
            </a:extLst>
          </p:cNvPr>
          <p:cNvSpPr>
            <a:spLocks xmlns:a="http://schemas.openxmlformats.org/drawingml/2006/main" noGrp="1"/>
          </p:cNvSpPr>
          <p:nvPr/>
        </p:nvSpPr>
        <p:spPr>
          <a:xfrm xmlns:a="http://schemas.openxmlformats.org/drawingml/2006/main">
            <a:off x="838200" y="272415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FFFFFF"/>
                </a:solidFill>
              </a:defRPr>
            </a:defPPr>
            <a:lvl1pPr algn="l">
              <a:defRPr sz="1575" b="1">
                <a:solidFill>
                  <a:srgbClr val="FFFFFF"/>
                </a:solidFill>
              </a:defRPr>
            </a:lvl1pPr>
            <a:lvl2pPr algn="l">
              <a:defRPr sz="1575" b="1">
                <a:solidFill>
                  <a:srgbClr val="FFFFFF"/>
                </a:solidFill>
              </a:defRPr>
            </a:lvl2pPr>
            <a:lvl3pPr algn="l">
              <a:defRPr sz="1575" b="1">
                <a:solidFill>
                  <a:srgbClr val="FFFFFF"/>
                </a:solidFill>
              </a:defRPr>
            </a:lvl3pPr>
            <a:lvl4pPr algn="l">
              <a:defRPr sz="1575" b="1">
                <a:solidFill>
                  <a:srgbClr val="FFFFFF"/>
                </a:solidFill>
              </a:defRPr>
            </a:lvl4pPr>
            <a:lvl5pPr algn="l">
              <a:defRPr sz="1575" b="1">
                <a:solidFill>
                  <a:srgbClr val="FFFFFF"/>
                </a:solidFill>
              </a:defRPr>
            </a:lvl5pPr>
            <a:lvl6pPr algn="l">
              <a:defRPr sz="1575" b="1">
                <a:solidFill>
                  <a:srgbClr val="FFFFFF"/>
                </a:solidFill>
              </a:defRPr>
            </a:lvl6pPr>
            <a:lvl7pPr algn="l">
              <a:defRPr sz="1575" b="1">
                <a:solidFill>
                  <a:srgbClr val="FFFFFF"/>
                </a:solidFill>
              </a:defRPr>
            </a:lvl7pPr>
            <a:lvl8pPr algn="l">
              <a:defRPr sz="1575" b="1">
                <a:solidFill>
                  <a:srgbClr val="FFFFFF"/>
                </a:solidFill>
              </a:defRPr>
            </a:lvl8pPr>
            <a:lvl9pPr algn="l">
              <a:defRPr sz="1575" b="1">
                <a:solidFill>
                  <a:srgbClr val="FFFFFF"/>
                </a:solidFill>
              </a:defRPr>
            </a:lvl9pPr>
          </a:lstStyle>
          <a:p xmlns:a="http://schemas.openxmlformats.org/drawingml/2006/main">
            <a:pPr algn="l">
              <a:defRPr sz="1575" b="1">
                <a:solidFill>
                  <a:srgbClr val="FFFFFF"/>
                </a:solidFill>
              </a:defRPr>
            </a:pPr>
            <a:r>
              <a:rPr sz="1575" b="1">
                <a:solidFill>
                  <a:srgbClr val="FFFFFF"/>
                </a:solidFill>
              </a:rPr>
              <a:t>ノズル位置を記録</a:t>
            </a:r>
          </a:p>
        </p:txBody>
      </p:sp>
      <p:sp>
        <p:nvSpPr>
          <p:cNvPr id="7" name="">
            <a:extLst xmlns:a="http://schemas.openxmlformats.org/drawingml/2006/main">
              <a:ext uri="{FF2B5EF4-FFF2-40B4-BE49-F238E27FC236}">
                <a16:creationId xmlns:a16="http://schemas.microsoft.com/office/drawing/2014/main" id="{918F7188-F48D-4F17-AB44-F0904822ABC8}"/>
              </a:ext>
            </a:extLst>
          </p:cNvPr>
          <p:cNvSpPr>
            <a:spLocks xmlns:a="http://schemas.openxmlformats.org/drawingml/2006/main" noGrp="1"/>
          </p:cNvSpPr>
          <p:nvPr/>
        </p:nvSpPr>
        <p:spPr>
          <a:xfrm xmlns:a="http://schemas.openxmlformats.org/drawingml/2006/main">
            <a:off x="838200" y="3429000"/>
            <a:ext cx="156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A8C1D1"/>
                </a:solidFill>
              </a:defRPr>
            </a:defPPr>
            <a:lvl1pPr algn="l">
              <a:defRPr sz="1200" b="0">
                <a:solidFill>
                  <a:srgbClr val="A8C1D1"/>
                </a:solidFill>
              </a:defRPr>
            </a:lvl1pPr>
            <a:lvl2pPr algn="l">
              <a:defRPr sz="1200" b="0">
                <a:solidFill>
                  <a:srgbClr val="A8C1D1"/>
                </a:solidFill>
              </a:defRPr>
            </a:lvl2pPr>
            <a:lvl3pPr algn="l">
              <a:defRPr sz="1200" b="0">
                <a:solidFill>
                  <a:srgbClr val="A8C1D1"/>
                </a:solidFill>
              </a:defRPr>
            </a:lvl3pPr>
            <a:lvl4pPr algn="l">
              <a:defRPr sz="1200" b="0">
                <a:solidFill>
                  <a:srgbClr val="A8C1D1"/>
                </a:solidFill>
              </a:defRPr>
            </a:lvl4pPr>
            <a:lvl5pPr algn="l">
              <a:defRPr sz="1200" b="0">
                <a:solidFill>
                  <a:srgbClr val="A8C1D1"/>
                </a:solidFill>
              </a:defRPr>
            </a:lvl5pPr>
            <a:lvl6pPr algn="l">
              <a:defRPr sz="1200" b="0">
                <a:solidFill>
                  <a:srgbClr val="A8C1D1"/>
                </a:solidFill>
              </a:defRPr>
            </a:lvl6pPr>
            <a:lvl7pPr algn="l">
              <a:defRPr sz="1200" b="0">
                <a:solidFill>
                  <a:srgbClr val="A8C1D1"/>
                </a:solidFill>
              </a:defRPr>
            </a:lvl7pPr>
            <a:lvl8pPr algn="l">
              <a:defRPr sz="1200" b="0">
                <a:solidFill>
                  <a:srgbClr val="A8C1D1"/>
                </a:solidFill>
              </a:defRPr>
            </a:lvl8pPr>
            <a:lvl9pPr algn="l">
              <a:defRPr sz="1200" b="0">
                <a:solidFill>
                  <a:srgbClr val="A8C1D1"/>
                </a:solidFill>
              </a:defRPr>
            </a:lvl9pPr>
          </a:lstStyle>
          <a:p xmlns:a="http://schemas.openxmlformats.org/drawingml/2006/main">
            <a:pPr algn="l">
              <a:defRPr sz="1200" b="0">
                <a:solidFill>
                  <a:srgbClr val="A8C1D1"/>
                </a:solidFill>
              </a:defRPr>
            </a:pPr>
            <a:r>
              <a:rPr sz="1200" b="0">
                <a:solidFill>
                  <a:srgbClr val="A8C1D1"/>
                </a:solidFill>
              </a:rPr>
              <a:t>ワールド空間で履歴を保存</a:t>
            </a:r>
          </a:p>
        </p:txBody>
      </p:sp>
      <p:sp>
        <p:nvSpPr>
          <p:cNvPr id="8" name="">
            <a:extLst xmlns:a="http://schemas.openxmlformats.org/drawingml/2006/main">
              <a:ext uri="{FF2B5EF4-FFF2-40B4-BE49-F238E27FC236}">
                <a16:creationId xmlns:a16="http://schemas.microsoft.com/office/drawing/2014/main" id="{0A4003E0-AFEA-497C-969C-F542A3F956A2}"/>
              </a:ext>
            </a:extLst>
          </p:cNvPr>
          <p:cNvSpPr>
            <a:spLocks xmlns:a="http://schemas.openxmlformats.org/drawingml/2006/main" noGrp="1"/>
          </p:cNvSpPr>
          <p:nvPr/>
        </p:nvSpPr>
        <p:spPr>
          <a:xfrm xmlns:a="http://schemas.openxmlformats.org/drawingml/2006/main">
            <a:off x="2857500" y="2000250"/>
            <a:ext cx="1866900" cy="2381250"/>
          </a:xfrm>
          <a:prstGeom xmlns:a="http://schemas.openxmlformats.org/drawingml/2006/main" prst="roundRect">
            <a:avLst>
              <a:gd name="adj" fmla="val 4082"/>
            </a:avLst>
          </a:prstGeom>
          <a:solidFill xmlns:a="http://schemas.openxmlformats.org/drawingml/2006/main">
            <a:srgbClr val="102E42"/>
          </a:solidFill>
          <a:ln xmlns:a="http://schemas.openxmlformats.org/drawingml/2006/main" w="9525">
            <a:solidFill>
              <a:srgbClr val="F161D5"/>
            </a:solidFill>
            <a:prstDash val="solid"/>
          </a:ln>
        </p:spPr>
      </p:sp>
      <p:sp>
        <p:nvSpPr>
          <p:cNvPr id="9" name="">
            <a:extLst xmlns:a="http://schemas.openxmlformats.org/drawingml/2006/main">
              <a:ext uri="{FF2B5EF4-FFF2-40B4-BE49-F238E27FC236}">
                <a16:creationId xmlns:a16="http://schemas.microsoft.com/office/drawing/2014/main" id="{08C07694-F6B9-4E55-8CE9-0D9C6C24FF42}"/>
              </a:ext>
            </a:extLst>
          </p:cNvPr>
          <p:cNvSpPr>
            <a:spLocks xmlns:a="http://schemas.openxmlformats.org/drawingml/2006/main" noGrp="1"/>
          </p:cNvSpPr>
          <p:nvPr/>
        </p:nvSpPr>
        <p:spPr>
          <a:xfrm xmlns:a="http://schemas.openxmlformats.org/drawingml/2006/main">
            <a:off x="3009900" y="21717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F161D5"/>
                </a:solidFill>
              </a:defRPr>
            </a:defPPr>
            <a:lvl1pPr algn="l">
              <a:defRPr sz="1425" b="1">
                <a:solidFill>
                  <a:srgbClr val="F161D5"/>
                </a:solidFill>
              </a:defRPr>
            </a:lvl1pPr>
            <a:lvl2pPr algn="l">
              <a:defRPr sz="1425" b="1">
                <a:solidFill>
                  <a:srgbClr val="F161D5"/>
                </a:solidFill>
              </a:defRPr>
            </a:lvl2pPr>
            <a:lvl3pPr algn="l">
              <a:defRPr sz="1425" b="1">
                <a:solidFill>
                  <a:srgbClr val="F161D5"/>
                </a:solidFill>
              </a:defRPr>
            </a:lvl3pPr>
            <a:lvl4pPr algn="l">
              <a:defRPr sz="1425" b="1">
                <a:solidFill>
                  <a:srgbClr val="F161D5"/>
                </a:solidFill>
              </a:defRPr>
            </a:lvl4pPr>
            <a:lvl5pPr algn="l">
              <a:defRPr sz="1425" b="1">
                <a:solidFill>
                  <a:srgbClr val="F161D5"/>
                </a:solidFill>
              </a:defRPr>
            </a:lvl5pPr>
            <a:lvl6pPr algn="l">
              <a:defRPr sz="1425" b="1">
                <a:solidFill>
                  <a:srgbClr val="F161D5"/>
                </a:solidFill>
              </a:defRPr>
            </a:lvl6pPr>
            <a:lvl7pPr algn="l">
              <a:defRPr sz="1425" b="1">
                <a:solidFill>
                  <a:srgbClr val="F161D5"/>
                </a:solidFill>
              </a:defRPr>
            </a:lvl7pPr>
            <a:lvl8pPr algn="l">
              <a:defRPr sz="1425" b="1">
                <a:solidFill>
                  <a:srgbClr val="F161D5"/>
                </a:solidFill>
              </a:defRPr>
            </a:lvl8pPr>
            <a:lvl9pPr algn="l">
              <a:defRPr sz="1425" b="1">
                <a:solidFill>
                  <a:srgbClr val="F161D5"/>
                </a:solidFill>
              </a:defRPr>
            </a:lvl9pPr>
          </a:lstStyle>
          <a:p xmlns:a="http://schemas.openxmlformats.org/drawingml/2006/main">
            <a:pPr algn="l">
              <a:defRPr sz="1425" b="1">
                <a:solidFill>
                  <a:srgbClr val="F161D5"/>
                </a:solidFill>
              </a:defRPr>
            </a:pPr>
            <a:r>
              <a:rPr sz="1425" b="1">
                <a:solidFill>
                  <a:srgbClr val="F161D5"/>
                </a:solidFill>
              </a:rPr>
              <a:t>2</a:t>
            </a:r>
          </a:p>
        </p:txBody>
      </p:sp>
      <p:sp>
        <p:nvSpPr>
          <p:cNvPr id="10" name="">
            <a:extLst xmlns:a="http://schemas.openxmlformats.org/drawingml/2006/main">
              <a:ext uri="{FF2B5EF4-FFF2-40B4-BE49-F238E27FC236}">
                <a16:creationId xmlns:a16="http://schemas.microsoft.com/office/drawing/2014/main" id="{8934A3FE-7787-43A6-AA69-78F35058608B}"/>
              </a:ext>
            </a:extLst>
          </p:cNvPr>
          <p:cNvSpPr>
            <a:spLocks xmlns:a="http://schemas.openxmlformats.org/drawingml/2006/main" noGrp="1"/>
          </p:cNvSpPr>
          <p:nvPr/>
        </p:nvSpPr>
        <p:spPr>
          <a:xfrm xmlns:a="http://schemas.openxmlformats.org/drawingml/2006/main">
            <a:off x="3009900" y="272415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FFFFFF"/>
                </a:solidFill>
              </a:defRPr>
            </a:defPPr>
            <a:lvl1pPr algn="l">
              <a:defRPr sz="1575" b="1">
                <a:solidFill>
                  <a:srgbClr val="FFFFFF"/>
                </a:solidFill>
              </a:defRPr>
            </a:lvl1pPr>
            <a:lvl2pPr algn="l">
              <a:defRPr sz="1575" b="1">
                <a:solidFill>
                  <a:srgbClr val="FFFFFF"/>
                </a:solidFill>
              </a:defRPr>
            </a:lvl2pPr>
            <a:lvl3pPr algn="l">
              <a:defRPr sz="1575" b="1">
                <a:solidFill>
                  <a:srgbClr val="FFFFFF"/>
                </a:solidFill>
              </a:defRPr>
            </a:lvl3pPr>
            <a:lvl4pPr algn="l">
              <a:defRPr sz="1575" b="1">
                <a:solidFill>
                  <a:srgbClr val="FFFFFF"/>
                </a:solidFill>
              </a:defRPr>
            </a:lvl4pPr>
            <a:lvl5pPr algn="l">
              <a:defRPr sz="1575" b="1">
                <a:solidFill>
                  <a:srgbClr val="FFFFFF"/>
                </a:solidFill>
              </a:defRPr>
            </a:lvl5pPr>
            <a:lvl6pPr algn="l">
              <a:defRPr sz="1575" b="1">
                <a:solidFill>
                  <a:srgbClr val="FFFFFF"/>
                </a:solidFill>
              </a:defRPr>
            </a:lvl6pPr>
            <a:lvl7pPr algn="l">
              <a:defRPr sz="1575" b="1">
                <a:solidFill>
                  <a:srgbClr val="FFFFFF"/>
                </a:solidFill>
              </a:defRPr>
            </a:lvl7pPr>
            <a:lvl8pPr algn="l">
              <a:defRPr sz="1575" b="1">
                <a:solidFill>
                  <a:srgbClr val="FFFFFF"/>
                </a:solidFill>
              </a:defRPr>
            </a:lvl8pPr>
            <a:lvl9pPr algn="l">
              <a:defRPr sz="1575" b="1">
                <a:solidFill>
                  <a:srgbClr val="FFFFFF"/>
                </a:solidFill>
              </a:defRPr>
            </a:lvl9pPr>
          </a:lstStyle>
          <a:p xmlns:a="http://schemas.openxmlformats.org/drawingml/2006/main">
            <a:pPr algn="l">
              <a:defRPr sz="1575" b="1">
                <a:solidFill>
                  <a:srgbClr val="FFFFFF"/>
                </a:solidFill>
              </a:defRPr>
            </a:pPr>
            <a:r>
              <a:rPr sz="1575" b="1">
                <a:solidFill>
                  <a:srgbClr val="FFFFFF"/>
                </a:solidFill>
              </a:rPr>
              <a:t>曲線を生成</a:t>
            </a:r>
          </a:p>
        </p:txBody>
      </p:sp>
      <p:sp>
        <p:nvSpPr>
          <p:cNvPr id="11" name="">
            <a:extLst xmlns:a="http://schemas.openxmlformats.org/drawingml/2006/main">
              <a:ext uri="{FF2B5EF4-FFF2-40B4-BE49-F238E27FC236}">
                <a16:creationId xmlns:a16="http://schemas.microsoft.com/office/drawing/2014/main" id="{CCACE744-3B37-4AAB-A9E8-1460B66247CF}"/>
              </a:ext>
            </a:extLst>
          </p:cNvPr>
          <p:cNvSpPr>
            <a:spLocks xmlns:a="http://schemas.openxmlformats.org/drawingml/2006/main" noGrp="1"/>
          </p:cNvSpPr>
          <p:nvPr/>
        </p:nvSpPr>
        <p:spPr>
          <a:xfrm xmlns:a="http://schemas.openxmlformats.org/drawingml/2006/main">
            <a:off x="3009900" y="3429000"/>
            <a:ext cx="156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A8C1D1"/>
                </a:solidFill>
              </a:defRPr>
            </a:defPPr>
            <a:lvl1pPr algn="l">
              <a:defRPr sz="1200" b="0">
                <a:solidFill>
                  <a:srgbClr val="A8C1D1"/>
                </a:solidFill>
              </a:defRPr>
            </a:lvl1pPr>
            <a:lvl2pPr algn="l">
              <a:defRPr sz="1200" b="0">
                <a:solidFill>
                  <a:srgbClr val="A8C1D1"/>
                </a:solidFill>
              </a:defRPr>
            </a:lvl2pPr>
            <a:lvl3pPr algn="l">
              <a:defRPr sz="1200" b="0">
                <a:solidFill>
                  <a:srgbClr val="A8C1D1"/>
                </a:solidFill>
              </a:defRPr>
            </a:lvl3pPr>
            <a:lvl4pPr algn="l">
              <a:defRPr sz="1200" b="0">
                <a:solidFill>
                  <a:srgbClr val="A8C1D1"/>
                </a:solidFill>
              </a:defRPr>
            </a:lvl4pPr>
            <a:lvl5pPr algn="l">
              <a:defRPr sz="1200" b="0">
                <a:solidFill>
                  <a:srgbClr val="A8C1D1"/>
                </a:solidFill>
              </a:defRPr>
            </a:lvl5pPr>
            <a:lvl6pPr algn="l">
              <a:defRPr sz="1200" b="0">
                <a:solidFill>
                  <a:srgbClr val="A8C1D1"/>
                </a:solidFill>
              </a:defRPr>
            </a:lvl6pPr>
            <a:lvl7pPr algn="l">
              <a:defRPr sz="1200" b="0">
                <a:solidFill>
                  <a:srgbClr val="A8C1D1"/>
                </a:solidFill>
              </a:defRPr>
            </a:lvl7pPr>
            <a:lvl8pPr algn="l">
              <a:defRPr sz="1200" b="0">
                <a:solidFill>
                  <a:srgbClr val="A8C1D1"/>
                </a:solidFill>
              </a:defRPr>
            </a:lvl8pPr>
            <a:lvl9pPr algn="l">
              <a:defRPr sz="1200" b="0">
                <a:solidFill>
                  <a:srgbClr val="A8C1D1"/>
                </a:solidFill>
              </a:defRPr>
            </a:lvl9pPr>
          </a:lstStyle>
          <a:p xmlns:a="http://schemas.openxmlformats.org/drawingml/2006/main">
            <a:pPr algn="l">
              <a:defRPr sz="1200" b="0">
                <a:solidFill>
                  <a:srgbClr val="A8C1D1"/>
                </a:solidFill>
              </a:defRPr>
            </a:pPr>
            <a:r>
              <a:rPr sz="1200" b="0">
                <a:solidFill>
                  <a:srgbClr val="A8C1D1"/>
                </a:solidFill>
              </a:rPr>
              <a:t>Centripetal Catmull-Rom スプライン</a:t>
            </a:r>
          </a:p>
        </p:txBody>
      </p:sp>
      <p:sp>
        <p:nvSpPr>
          <p:cNvPr id="12" name="">
            <a:extLst xmlns:a="http://schemas.openxmlformats.org/drawingml/2006/main">
              <a:ext uri="{FF2B5EF4-FFF2-40B4-BE49-F238E27FC236}">
                <a16:creationId xmlns:a16="http://schemas.microsoft.com/office/drawing/2014/main" id="{C94047BC-FE52-4299-98B8-CDC19D501B59}"/>
              </a:ext>
            </a:extLst>
          </p:cNvPr>
          <p:cNvSpPr>
            <a:spLocks xmlns:a="http://schemas.openxmlformats.org/drawingml/2006/main" noGrp="1"/>
          </p:cNvSpPr>
          <p:nvPr/>
        </p:nvSpPr>
        <p:spPr>
          <a:xfrm xmlns:a="http://schemas.openxmlformats.org/drawingml/2006/main">
            <a:off x="5029200" y="2000250"/>
            <a:ext cx="1866900" cy="2381250"/>
          </a:xfrm>
          <a:prstGeom xmlns:a="http://schemas.openxmlformats.org/drawingml/2006/main" prst="roundRect">
            <a:avLst>
              <a:gd name="adj" fmla="val 4082"/>
            </a:avLst>
          </a:prstGeom>
          <a:solidFill xmlns:a="http://schemas.openxmlformats.org/drawingml/2006/main">
            <a:srgbClr val="102E42"/>
          </a:solidFill>
          <a:ln xmlns:a="http://schemas.openxmlformats.org/drawingml/2006/main" w="9525">
            <a:solidFill>
              <a:srgbClr val="39D7FF"/>
            </a:solidFill>
            <a:prstDash val="solid"/>
          </a:ln>
        </p:spPr>
      </p:sp>
      <p:sp>
        <p:nvSpPr>
          <p:cNvPr id="13" name="">
            <a:extLst xmlns:a="http://schemas.openxmlformats.org/drawingml/2006/main">
              <a:ext uri="{FF2B5EF4-FFF2-40B4-BE49-F238E27FC236}">
                <a16:creationId xmlns:a16="http://schemas.microsoft.com/office/drawing/2014/main" id="{E63762D5-65FB-4EA8-A355-843E18B023F9}"/>
              </a:ext>
            </a:extLst>
          </p:cNvPr>
          <p:cNvSpPr>
            <a:spLocks xmlns:a="http://schemas.openxmlformats.org/drawingml/2006/main" noGrp="1"/>
          </p:cNvSpPr>
          <p:nvPr/>
        </p:nvSpPr>
        <p:spPr>
          <a:xfrm xmlns:a="http://schemas.openxmlformats.org/drawingml/2006/main">
            <a:off x="5181600" y="21717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39D7FF"/>
                </a:solidFill>
              </a:defRPr>
            </a:defPPr>
            <a:lvl1pPr algn="l">
              <a:defRPr sz="1425" b="1">
                <a:solidFill>
                  <a:srgbClr val="39D7FF"/>
                </a:solidFill>
              </a:defRPr>
            </a:lvl1pPr>
            <a:lvl2pPr algn="l">
              <a:defRPr sz="1425" b="1">
                <a:solidFill>
                  <a:srgbClr val="39D7FF"/>
                </a:solidFill>
              </a:defRPr>
            </a:lvl2pPr>
            <a:lvl3pPr algn="l">
              <a:defRPr sz="1425" b="1">
                <a:solidFill>
                  <a:srgbClr val="39D7FF"/>
                </a:solidFill>
              </a:defRPr>
            </a:lvl3pPr>
            <a:lvl4pPr algn="l">
              <a:defRPr sz="1425" b="1">
                <a:solidFill>
                  <a:srgbClr val="39D7FF"/>
                </a:solidFill>
              </a:defRPr>
            </a:lvl4pPr>
            <a:lvl5pPr algn="l">
              <a:defRPr sz="1425" b="1">
                <a:solidFill>
                  <a:srgbClr val="39D7FF"/>
                </a:solidFill>
              </a:defRPr>
            </a:lvl5pPr>
            <a:lvl6pPr algn="l">
              <a:defRPr sz="1425" b="1">
                <a:solidFill>
                  <a:srgbClr val="39D7FF"/>
                </a:solidFill>
              </a:defRPr>
            </a:lvl6pPr>
            <a:lvl7pPr algn="l">
              <a:defRPr sz="1425" b="1">
                <a:solidFill>
                  <a:srgbClr val="39D7FF"/>
                </a:solidFill>
              </a:defRPr>
            </a:lvl7pPr>
            <a:lvl8pPr algn="l">
              <a:defRPr sz="1425" b="1">
                <a:solidFill>
                  <a:srgbClr val="39D7FF"/>
                </a:solidFill>
              </a:defRPr>
            </a:lvl8pPr>
            <a:lvl9pPr algn="l">
              <a:defRPr sz="1425" b="1">
                <a:solidFill>
                  <a:srgbClr val="39D7FF"/>
                </a:solidFill>
              </a:defRPr>
            </a:lvl9pPr>
          </a:lstStyle>
          <a:p xmlns:a="http://schemas.openxmlformats.org/drawingml/2006/main">
            <a:pPr algn="l">
              <a:defRPr sz="1425" b="1">
                <a:solidFill>
                  <a:srgbClr val="39D7FF"/>
                </a:solidFill>
              </a:defRPr>
            </a:pPr>
            <a:r>
              <a:rPr sz="1425" b="1">
                <a:solidFill>
                  <a:srgbClr val="39D7FF"/>
                </a:solidFill>
              </a:rPr>
              <a:t>3</a:t>
            </a:r>
          </a:p>
        </p:txBody>
      </p:sp>
      <p:sp>
        <p:nvSpPr>
          <p:cNvPr id="14" name="">
            <a:extLst xmlns:a="http://schemas.openxmlformats.org/drawingml/2006/main">
              <a:ext uri="{FF2B5EF4-FFF2-40B4-BE49-F238E27FC236}">
                <a16:creationId xmlns:a16="http://schemas.microsoft.com/office/drawing/2014/main" id="{E2DC65E1-08EA-49BE-8510-FE3E0796105A}"/>
              </a:ext>
            </a:extLst>
          </p:cNvPr>
          <p:cNvSpPr>
            <a:spLocks xmlns:a="http://schemas.openxmlformats.org/drawingml/2006/main" noGrp="1"/>
          </p:cNvSpPr>
          <p:nvPr/>
        </p:nvSpPr>
        <p:spPr>
          <a:xfrm xmlns:a="http://schemas.openxmlformats.org/drawingml/2006/main">
            <a:off x="5181600" y="272415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FFFFFF"/>
                </a:solidFill>
              </a:defRPr>
            </a:defPPr>
            <a:lvl1pPr algn="l">
              <a:defRPr sz="1575" b="1">
                <a:solidFill>
                  <a:srgbClr val="FFFFFF"/>
                </a:solidFill>
              </a:defRPr>
            </a:lvl1pPr>
            <a:lvl2pPr algn="l">
              <a:defRPr sz="1575" b="1">
                <a:solidFill>
                  <a:srgbClr val="FFFFFF"/>
                </a:solidFill>
              </a:defRPr>
            </a:lvl2pPr>
            <a:lvl3pPr algn="l">
              <a:defRPr sz="1575" b="1">
                <a:solidFill>
                  <a:srgbClr val="FFFFFF"/>
                </a:solidFill>
              </a:defRPr>
            </a:lvl3pPr>
            <a:lvl4pPr algn="l">
              <a:defRPr sz="1575" b="1">
                <a:solidFill>
                  <a:srgbClr val="FFFFFF"/>
                </a:solidFill>
              </a:defRPr>
            </a:lvl4pPr>
            <a:lvl5pPr algn="l">
              <a:defRPr sz="1575" b="1">
                <a:solidFill>
                  <a:srgbClr val="FFFFFF"/>
                </a:solidFill>
              </a:defRPr>
            </a:lvl5pPr>
            <a:lvl6pPr algn="l">
              <a:defRPr sz="1575" b="1">
                <a:solidFill>
                  <a:srgbClr val="FFFFFF"/>
                </a:solidFill>
              </a:defRPr>
            </a:lvl6pPr>
            <a:lvl7pPr algn="l">
              <a:defRPr sz="1575" b="1">
                <a:solidFill>
                  <a:srgbClr val="FFFFFF"/>
                </a:solidFill>
              </a:defRPr>
            </a:lvl7pPr>
            <a:lvl8pPr algn="l">
              <a:defRPr sz="1575" b="1">
                <a:solidFill>
                  <a:srgbClr val="FFFFFF"/>
                </a:solidFill>
              </a:defRPr>
            </a:lvl8pPr>
            <a:lvl9pPr algn="l">
              <a:defRPr sz="1575" b="1">
                <a:solidFill>
                  <a:srgbClr val="FFFFFF"/>
                </a:solidFill>
              </a:defRPr>
            </a:lvl9pPr>
          </a:lstStyle>
          <a:p xmlns:a="http://schemas.openxmlformats.org/drawingml/2006/main">
            <a:pPr algn="l">
              <a:defRPr sz="1575" b="1">
                <a:solidFill>
                  <a:srgbClr val="FFFFFF"/>
                </a:solidFill>
              </a:defRPr>
            </a:pPr>
            <a:r>
              <a:rPr sz="1575" b="1">
                <a:solidFill>
                  <a:srgbClr val="FFFFFF"/>
                </a:solidFill>
              </a:rPr>
              <a:t>リボントレイル</a:t>
            </a:r>
          </a:p>
        </p:txBody>
      </p:sp>
      <p:sp>
        <p:nvSpPr>
          <p:cNvPr id="15" name="">
            <a:extLst xmlns:a="http://schemas.openxmlformats.org/drawingml/2006/main">
              <a:ext uri="{FF2B5EF4-FFF2-40B4-BE49-F238E27FC236}">
                <a16:creationId xmlns:a16="http://schemas.microsoft.com/office/drawing/2014/main" id="{C23C20A9-1890-41EC-8781-495B9D468DD4}"/>
              </a:ext>
            </a:extLst>
          </p:cNvPr>
          <p:cNvSpPr>
            <a:spLocks xmlns:a="http://schemas.openxmlformats.org/drawingml/2006/main" noGrp="1"/>
          </p:cNvSpPr>
          <p:nvPr/>
        </p:nvSpPr>
        <p:spPr>
          <a:xfrm xmlns:a="http://schemas.openxmlformats.org/drawingml/2006/main">
            <a:off x="5181600" y="3429000"/>
            <a:ext cx="156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A8C1D1"/>
                </a:solidFill>
              </a:defRPr>
            </a:defPPr>
            <a:lvl1pPr algn="l">
              <a:defRPr sz="1200" b="0">
                <a:solidFill>
                  <a:srgbClr val="A8C1D1"/>
                </a:solidFill>
              </a:defRPr>
            </a:lvl1pPr>
            <a:lvl2pPr algn="l">
              <a:defRPr sz="1200" b="0">
                <a:solidFill>
                  <a:srgbClr val="A8C1D1"/>
                </a:solidFill>
              </a:defRPr>
            </a:lvl2pPr>
            <a:lvl3pPr algn="l">
              <a:defRPr sz="1200" b="0">
                <a:solidFill>
                  <a:srgbClr val="A8C1D1"/>
                </a:solidFill>
              </a:defRPr>
            </a:lvl3pPr>
            <a:lvl4pPr algn="l">
              <a:defRPr sz="1200" b="0">
                <a:solidFill>
                  <a:srgbClr val="A8C1D1"/>
                </a:solidFill>
              </a:defRPr>
            </a:lvl4pPr>
            <a:lvl5pPr algn="l">
              <a:defRPr sz="1200" b="0">
                <a:solidFill>
                  <a:srgbClr val="A8C1D1"/>
                </a:solidFill>
              </a:defRPr>
            </a:lvl5pPr>
            <a:lvl6pPr algn="l">
              <a:defRPr sz="1200" b="0">
                <a:solidFill>
                  <a:srgbClr val="A8C1D1"/>
                </a:solidFill>
              </a:defRPr>
            </a:lvl6pPr>
            <a:lvl7pPr algn="l">
              <a:defRPr sz="1200" b="0">
                <a:solidFill>
                  <a:srgbClr val="A8C1D1"/>
                </a:solidFill>
              </a:defRPr>
            </a:lvl7pPr>
            <a:lvl8pPr algn="l">
              <a:defRPr sz="1200" b="0">
                <a:solidFill>
                  <a:srgbClr val="A8C1D1"/>
                </a:solidFill>
              </a:defRPr>
            </a:lvl8pPr>
            <a:lvl9pPr algn="l">
              <a:defRPr sz="1200" b="0">
                <a:solidFill>
                  <a:srgbClr val="A8C1D1"/>
                </a:solidFill>
              </a:defRPr>
            </a:lvl9pPr>
          </a:lstStyle>
          <a:p xmlns:a="http://schemas.openxmlformats.org/drawingml/2006/main">
            <a:pPr algn="l">
              <a:defRPr sz="1200" b="0">
                <a:solidFill>
                  <a:srgbClr val="A8C1D1"/>
                </a:solidFill>
              </a:defRPr>
            </a:pPr>
            <a:r>
              <a:rPr sz="1200" b="0">
                <a:solidFill>
                  <a:srgbClr val="A8C1D1"/>
                </a:solidFill>
              </a:rPr>
              <a:t>履歴を帯状メッシュとして接続</a:t>
            </a:r>
          </a:p>
        </p:txBody>
      </p:sp>
      <p:sp>
        <p:nvSpPr>
          <p:cNvPr id="16" name="">
            <a:extLst xmlns:a="http://schemas.openxmlformats.org/drawingml/2006/main">
              <a:ext uri="{FF2B5EF4-FFF2-40B4-BE49-F238E27FC236}">
                <a16:creationId xmlns:a16="http://schemas.microsoft.com/office/drawing/2014/main" id="{1A014965-9A87-4D94-86D5-BF840D9730CA}"/>
              </a:ext>
            </a:extLst>
          </p:cNvPr>
          <p:cNvSpPr>
            <a:spLocks xmlns:a="http://schemas.openxmlformats.org/drawingml/2006/main" noGrp="1"/>
          </p:cNvSpPr>
          <p:nvPr/>
        </p:nvSpPr>
        <p:spPr>
          <a:xfrm xmlns:a="http://schemas.openxmlformats.org/drawingml/2006/main">
            <a:off x="7200900" y="2000250"/>
            <a:ext cx="1866900" cy="2381250"/>
          </a:xfrm>
          <a:prstGeom xmlns:a="http://schemas.openxmlformats.org/drawingml/2006/main" prst="roundRect">
            <a:avLst>
              <a:gd name="adj" fmla="val 4082"/>
            </a:avLst>
          </a:prstGeom>
          <a:solidFill xmlns:a="http://schemas.openxmlformats.org/drawingml/2006/main">
            <a:srgbClr val="102E42"/>
          </a:solidFill>
          <a:ln xmlns:a="http://schemas.openxmlformats.org/drawingml/2006/main" w="9525">
            <a:solidFill>
              <a:srgbClr val="F161D5"/>
            </a:solidFill>
            <a:prstDash val="solid"/>
          </a:ln>
        </p:spPr>
      </p:sp>
      <p:sp>
        <p:nvSpPr>
          <p:cNvPr id="17" name="">
            <a:extLst xmlns:a="http://schemas.openxmlformats.org/drawingml/2006/main">
              <a:ext uri="{FF2B5EF4-FFF2-40B4-BE49-F238E27FC236}">
                <a16:creationId xmlns:a16="http://schemas.microsoft.com/office/drawing/2014/main" id="{E413F845-16B1-4DE1-9509-2FD11B68EB4C}"/>
              </a:ext>
            </a:extLst>
          </p:cNvPr>
          <p:cNvSpPr>
            <a:spLocks xmlns:a="http://schemas.openxmlformats.org/drawingml/2006/main" noGrp="1"/>
          </p:cNvSpPr>
          <p:nvPr/>
        </p:nvSpPr>
        <p:spPr>
          <a:xfrm xmlns:a="http://schemas.openxmlformats.org/drawingml/2006/main">
            <a:off x="7353300" y="21717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F161D5"/>
                </a:solidFill>
              </a:defRPr>
            </a:defPPr>
            <a:lvl1pPr algn="l">
              <a:defRPr sz="1425" b="1">
                <a:solidFill>
                  <a:srgbClr val="F161D5"/>
                </a:solidFill>
              </a:defRPr>
            </a:lvl1pPr>
            <a:lvl2pPr algn="l">
              <a:defRPr sz="1425" b="1">
                <a:solidFill>
                  <a:srgbClr val="F161D5"/>
                </a:solidFill>
              </a:defRPr>
            </a:lvl2pPr>
            <a:lvl3pPr algn="l">
              <a:defRPr sz="1425" b="1">
                <a:solidFill>
                  <a:srgbClr val="F161D5"/>
                </a:solidFill>
              </a:defRPr>
            </a:lvl3pPr>
            <a:lvl4pPr algn="l">
              <a:defRPr sz="1425" b="1">
                <a:solidFill>
                  <a:srgbClr val="F161D5"/>
                </a:solidFill>
              </a:defRPr>
            </a:lvl4pPr>
            <a:lvl5pPr algn="l">
              <a:defRPr sz="1425" b="1">
                <a:solidFill>
                  <a:srgbClr val="F161D5"/>
                </a:solidFill>
              </a:defRPr>
            </a:lvl5pPr>
            <a:lvl6pPr algn="l">
              <a:defRPr sz="1425" b="1">
                <a:solidFill>
                  <a:srgbClr val="F161D5"/>
                </a:solidFill>
              </a:defRPr>
            </a:lvl6pPr>
            <a:lvl7pPr algn="l">
              <a:defRPr sz="1425" b="1">
                <a:solidFill>
                  <a:srgbClr val="F161D5"/>
                </a:solidFill>
              </a:defRPr>
            </a:lvl7pPr>
            <a:lvl8pPr algn="l">
              <a:defRPr sz="1425" b="1">
                <a:solidFill>
                  <a:srgbClr val="F161D5"/>
                </a:solidFill>
              </a:defRPr>
            </a:lvl8pPr>
            <a:lvl9pPr algn="l">
              <a:defRPr sz="1425" b="1">
                <a:solidFill>
                  <a:srgbClr val="F161D5"/>
                </a:solidFill>
              </a:defRPr>
            </a:lvl9pPr>
          </a:lstStyle>
          <a:p xmlns:a="http://schemas.openxmlformats.org/drawingml/2006/main">
            <a:pPr algn="l">
              <a:defRPr sz="1425" b="1">
                <a:solidFill>
                  <a:srgbClr val="F161D5"/>
                </a:solidFill>
              </a:defRPr>
            </a:pPr>
            <a:r>
              <a:rPr sz="1425" b="1">
                <a:solidFill>
                  <a:srgbClr val="F161D5"/>
                </a:solidFill>
              </a:rPr>
              <a:t>4</a:t>
            </a:r>
          </a:p>
        </p:txBody>
      </p:sp>
      <p:sp>
        <p:nvSpPr>
          <p:cNvPr id="18" name="">
            <a:extLst xmlns:a="http://schemas.openxmlformats.org/drawingml/2006/main">
              <a:ext uri="{FF2B5EF4-FFF2-40B4-BE49-F238E27FC236}">
                <a16:creationId xmlns:a16="http://schemas.microsoft.com/office/drawing/2014/main" id="{B7755E43-0C7E-43AE-AD08-8B61AE0DF2E6}"/>
              </a:ext>
            </a:extLst>
          </p:cNvPr>
          <p:cNvSpPr>
            <a:spLocks xmlns:a="http://schemas.openxmlformats.org/drawingml/2006/main" noGrp="1"/>
          </p:cNvSpPr>
          <p:nvPr/>
        </p:nvSpPr>
        <p:spPr>
          <a:xfrm xmlns:a="http://schemas.openxmlformats.org/drawingml/2006/main">
            <a:off x="7353300" y="272415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FFFFFF"/>
                </a:solidFill>
              </a:defRPr>
            </a:defPPr>
            <a:lvl1pPr algn="l">
              <a:defRPr sz="1575" b="1">
                <a:solidFill>
                  <a:srgbClr val="FFFFFF"/>
                </a:solidFill>
              </a:defRPr>
            </a:lvl1pPr>
            <a:lvl2pPr algn="l">
              <a:defRPr sz="1575" b="1">
                <a:solidFill>
                  <a:srgbClr val="FFFFFF"/>
                </a:solidFill>
              </a:defRPr>
            </a:lvl2pPr>
            <a:lvl3pPr algn="l">
              <a:defRPr sz="1575" b="1">
                <a:solidFill>
                  <a:srgbClr val="FFFFFF"/>
                </a:solidFill>
              </a:defRPr>
            </a:lvl3pPr>
            <a:lvl4pPr algn="l">
              <a:defRPr sz="1575" b="1">
                <a:solidFill>
                  <a:srgbClr val="FFFFFF"/>
                </a:solidFill>
              </a:defRPr>
            </a:lvl4pPr>
            <a:lvl5pPr algn="l">
              <a:defRPr sz="1575" b="1">
                <a:solidFill>
                  <a:srgbClr val="FFFFFF"/>
                </a:solidFill>
              </a:defRPr>
            </a:lvl5pPr>
            <a:lvl6pPr algn="l">
              <a:defRPr sz="1575" b="1">
                <a:solidFill>
                  <a:srgbClr val="FFFFFF"/>
                </a:solidFill>
              </a:defRPr>
            </a:lvl6pPr>
            <a:lvl7pPr algn="l">
              <a:defRPr sz="1575" b="1">
                <a:solidFill>
                  <a:srgbClr val="FFFFFF"/>
                </a:solidFill>
              </a:defRPr>
            </a:lvl7pPr>
            <a:lvl8pPr algn="l">
              <a:defRPr sz="1575" b="1">
                <a:solidFill>
                  <a:srgbClr val="FFFFFF"/>
                </a:solidFill>
              </a:defRPr>
            </a:lvl8pPr>
            <a:lvl9pPr algn="l">
              <a:defRPr sz="1575" b="1">
                <a:solidFill>
                  <a:srgbClr val="FFFFFF"/>
                </a:solidFill>
              </a:defRPr>
            </a:lvl9pPr>
          </a:lstStyle>
          <a:p xmlns:a="http://schemas.openxmlformats.org/drawingml/2006/main">
            <a:pPr algn="l">
              <a:defRPr sz="1575" b="1">
                <a:solidFill>
                  <a:srgbClr val="FFFFFF"/>
                </a:solidFill>
              </a:defRPr>
            </a:pPr>
            <a:r>
              <a:rPr sz="1575" b="1">
                <a:solidFill>
                  <a:srgbClr val="FFFFFF"/>
                </a:solidFill>
              </a:rPr>
              <a:t>スイープメッシュ</a:t>
            </a:r>
          </a:p>
        </p:txBody>
      </p:sp>
      <p:sp>
        <p:nvSpPr>
          <p:cNvPr id="19" name="">
            <a:extLst xmlns:a="http://schemas.openxmlformats.org/drawingml/2006/main">
              <a:ext uri="{FF2B5EF4-FFF2-40B4-BE49-F238E27FC236}">
                <a16:creationId xmlns:a16="http://schemas.microsoft.com/office/drawing/2014/main" id="{348509D1-933D-4683-81CC-4A6411933755}"/>
              </a:ext>
            </a:extLst>
          </p:cNvPr>
          <p:cNvSpPr>
            <a:spLocks xmlns:a="http://schemas.openxmlformats.org/drawingml/2006/main" noGrp="1"/>
          </p:cNvSpPr>
          <p:nvPr/>
        </p:nvSpPr>
        <p:spPr>
          <a:xfrm xmlns:a="http://schemas.openxmlformats.org/drawingml/2006/main">
            <a:off x="7353300" y="3429000"/>
            <a:ext cx="156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A8C1D1"/>
                </a:solidFill>
              </a:defRPr>
            </a:defPPr>
            <a:lvl1pPr algn="l">
              <a:defRPr sz="1200" b="0">
                <a:solidFill>
                  <a:srgbClr val="A8C1D1"/>
                </a:solidFill>
              </a:defRPr>
            </a:lvl1pPr>
            <a:lvl2pPr algn="l">
              <a:defRPr sz="1200" b="0">
                <a:solidFill>
                  <a:srgbClr val="A8C1D1"/>
                </a:solidFill>
              </a:defRPr>
            </a:lvl2pPr>
            <a:lvl3pPr algn="l">
              <a:defRPr sz="1200" b="0">
                <a:solidFill>
                  <a:srgbClr val="A8C1D1"/>
                </a:solidFill>
              </a:defRPr>
            </a:lvl3pPr>
            <a:lvl4pPr algn="l">
              <a:defRPr sz="1200" b="0">
                <a:solidFill>
                  <a:srgbClr val="A8C1D1"/>
                </a:solidFill>
              </a:defRPr>
            </a:lvl4pPr>
            <a:lvl5pPr algn="l">
              <a:defRPr sz="1200" b="0">
                <a:solidFill>
                  <a:srgbClr val="A8C1D1"/>
                </a:solidFill>
              </a:defRPr>
            </a:lvl5pPr>
            <a:lvl6pPr algn="l">
              <a:defRPr sz="1200" b="0">
                <a:solidFill>
                  <a:srgbClr val="A8C1D1"/>
                </a:solidFill>
              </a:defRPr>
            </a:lvl6pPr>
            <a:lvl7pPr algn="l">
              <a:defRPr sz="1200" b="0">
                <a:solidFill>
                  <a:srgbClr val="A8C1D1"/>
                </a:solidFill>
              </a:defRPr>
            </a:lvl7pPr>
            <a:lvl8pPr algn="l">
              <a:defRPr sz="1200" b="0">
                <a:solidFill>
                  <a:srgbClr val="A8C1D1"/>
                </a:solidFill>
              </a:defRPr>
            </a:lvl8pPr>
            <a:lvl9pPr algn="l">
              <a:defRPr sz="1200" b="0">
                <a:solidFill>
                  <a:srgbClr val="A8C1D1"/>
                </a:solidFill>
              </a:defRPr>
            </a:lvl9pPr>
          </a:lstStyle>
          <a:p xmlns:a="http://schemas.openxmlformats.org/drawingml/2006/main">
            <a:pPr algn="l">
              <a:defRPr sz="1200" b="0">
                <a:solidFill>
                  <a:srgbClr val="A8C1D1"/>
                </a:solidFill>
              </a:defRPr>
            </a:pPr>
            <a:r>
              <a:rPr sz="1200" b="0">
                <a:solidFill>
                  <a:srgbClr val="A8C1D1"/>
                </a:solidFill>
              </a:rPr>
              <a:t>同じ曲線へ円形断面を並べる</a:t>
            </a:r>
          </a:p>
        </p:txBody>
      </p:sp>
      <p:sp>
        <p:nvSpPr>
          <p:cNvPr id="20" name="">
            <a:extLst xmlns:a="http://schemas.openxmlformats.org/drawingml/2006/main">
              <a:ext uri="{FF2B5EF4-FFF2-40B4-BE49-F238E27FC236}">
                <a16:creationId xmlns:a16="http://schemas.microsoft.com/office/drawing/2014/main" id="{19AB677C-377F-443D-A106-F21E8F9B574E}"/>
              </a:ext>
            </a:extLst>
          </p:cNvPr>
          <p:cNvSpPr>
            <a:spLocks xmlns:a="http://schemas.openxmlformats.org/drawingml/2006/main" noGrp="1"/>
          </p:cNvSpPr>
          <p:nvPr/>
        </p:nvSpPr>
        <p:spPr>
          <a:xfrm xmlns:a="http://schemas.openxmlformats.org/drawingml/2006/main">
            <a:off x="9372600" y="2000250"/>
            <a:ext cx="1866900" cy="2381250"/>
          </a:xfrm>
          <a:prstGeom xmlns:a="http://schemas.openxmlformats.org/drawingml/2006/main" prst="roundRect">
            <a:avLst>
              <a:gd name="adj" fmla="val 4082"/>
            </a:avLst>
          </a:prstGeom>
          <a:solidFill xmlns:a="http://schemas.openxmlformats.org/drawingml/2006/main">
            <a:srgbClr val="102E42"/>
          </a:solidFill>
          <a:ln xmlns:a="http://schemas.openxmlformats.org/drawingml/2006/main" w="9525">
            <a:solidFill>
              <a:srgbClr val="39D7FF"/>
            </a:solidFill>
            <a:prstDash val="solid"/>
          </a:ln>
        </p:spPr>
      </p:sp>
      <p:sp>
        <p:nvSpPr>
          <p:cNvPr id="21" name="">
            <a:extLst xmlns:a="http://schemas.openxmlformats.org/drawingml/2006/main">
              <a:ext uri="{FF2B5EF4-FFF2-40B4-BE49-F238E27FC236}">
                <a16:creationId xmlns:a16="http://schemas.microsoft.com/office/drawing/2014/main" id="{3C7E9A43-9F57-42F1-97FF-59F3AECDA450}"/>
              </a:ext>
            </a:extLst>
          </p:cNvPr>
          <p:cNvSpPr>
            <a:spLocks xmlns:a="http://schemas.openxmlformats.org/drawingml/2006/main" noGrp="1"/>
          </p:cNvSpPr>
          <p:nvPr/>
        </p:nvSpPr>
        <p:spPr>
          <a:xfrm xmlns:a="http://schemas.openxmlformats.org/drawingml/2006/main">
            <a:off x="9525000" y="21717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39D7FF"/>
                </a:solidFill>
              </a:defRPr>
            </a:defPPr>
            <a:lvl1pPr algn="l">
              <a:defRPr sz="1425" b="1">
                <a:solidFill>
                  <a:srgbClr val="39D7FF"/>
                </a:solidFill>
              </a:defRPr>
            </a:lvl1pPr>
            <a:lvl2pPr algn="l">
              <a:defRPr sz="1425" b="1">
                <a:solidFill>
                  <a:srgbClr val="39D7FF"/>
                </a:solidFill>
              </a:defRPr>
            </a:lvl2pPr>
            <a:lvl3pPr algn="l">
              <a:defRPr sz="1425" b="1">
                <a:solidFill>
                  <a:srgbClr val="39D7FF"/>
                </a:solidFill>
              </a:defRPr>
            </a:lvl3pPr>
            <a:lvl4pPr algn="l">
              <a:defRPr sz="1425" b="1">
                <a:solidFill>
                  <a:srgbClr val="39D7FF"/>
                </a:solidFill>
              </a:defRPr>
            </a:lvl4pPr>
            <a:lvl5pPr algn="l">
              <a:defRPr sz="1425" b="1">
                <a:solidFill>
                  <a:srgbClr val="39D7FF"/>
                </a:solidFill>
              </a:defRPr>
            </a:lvl5pPr>
            <a:lvl6pPr algn="l">
              <a:defRPr sz="1425" b="1">
                <a:solidFill>
                  <a:srgbClr val="39D7FF"/>
                </a:solidFill>
              </a:defRPr>
            </a:lvl6pPr>
            <a:lvl7pPr algn="l">
              <a:defRPr sz="1425" b="1">
                <a:solidFill>
                  <a:srgbClr val="39D7FF"/>
                </a:solidFill>
              </a:defRPr>
            </a:lvl7pPr>
            <a:lvl8pPr algn="l">
              <a:defRPr sz="1425" b="1">
                <a:solidFill>
                  <a:srgbClr val="39D7FF"/>
                </a:solidFill>
              </a:defRPr>
            </a:lvl8pPr>
            <a:lvl9pPr algn="l">
              <a:defRPr sz="1425" b="1">
                <a:solidFill>
                  <a:srgbClr val="39D7FF"/>
                </a:solidFill>
              </a:defRPr>
            </a:lvl9pPr>
          </a:lstStyle>
          <a:p xmlns:a="http://schemas.openxmlformats.org/drawingml/2006/main">
            <a:pPr algn="l">
              <a:defRPr sz="1425" b="1">
                <a:solidFill>
                  <a:srgbClr val="39D7FF"/>
                </a:solidFill>
              </a:defRPr>
            </a:pPr>
            <a:r>
              <a:rPr sz="1425" b="1">
                <a:solidFill>
                  <a:srgbClr val="39D7FF"/>
                </a:solidFill>
              </a:rPr>
              <a:t>5</a:t>
            </a:r>
          </a:p>
        </p:txBody>
      </p:sp>
      <p:sp>
        <p:nvSpPr>
          <p:cNvPr id="22" name="">
            <a:extLst xmlns:a="http://schemas.openxmlformats.org/drawingml/2006/main">
              <a:ext uri="{FF2B5EF4-FFF2-40B4-BE49-F238E27FC236}">
                <a16:creationId xmlns:a16="http://schemas.microsoft.com/office/drawing/2014/main" id="{094D7E66-9432-4F41-8D36-F83BB2FBB1AE}"/>
              </a:ext>
            </a:extLst>
          </p:cNvPr>
          <p:cNvSpPr>
            <a:spLocks xmlns:a="http://schemas.openxmlformats.org/drawingml/2006/main" noGrp="1"/>
          </p:cNvSpPr>
          <p:nvPr/>
        </p:nvSpPr>
        <p:spPr>
          <a:xfrm xmlns:a="http://schemas.openxmlformats.org/drawingml/2006/main">
            <a:off x="9525000" y="272415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FFFFFF"/>
                </a:solidFill>
              </a:defRPr>
            </a:defPPr>
            <a:lvl1pPr algn="l">
              <a:defRPr sz="1575" b="1">
                <a:solidFill>
                  <a:srgbClr val="FFFFFF"/>
                </a:solidFill>
              </a:defRPr>
            </a:lvl1pPr>
            <a:lvl2pPr algn="l">
              <a:defRPr sz="1575" b="1">
                <a:solidFill>
                  <a:srgbClr val="FFFFFF"/>
                </a:solidFill>
              </a:defRPr>
            </a:lvl2pPr>
            <a:lvl3pPr algn="l">
              <a:defRPr sz="1575" b="1">
                <a:solidFill>
                  <a:srgbClr val="FFFFFF"/>
                </a:solidFill>
              </a:defRPr>
            </a:lvl3pPr>
            <a:lvl4pPr algn="l">
              <a:defRPr sz="1575" b="1">
                <a:solidFill>
                  <a:srgbClr val="FFFFFF"/>
                </a:solidFill>
              </a:defRPr>
            </a:lvl4pPr>
            <a:lvl5pPr algn="l">
              <a:defRPr sz="1575" b="1">
                <a:solidFill>
                  <a:srgbClr val="FFFFFF"/>
                </a:solidFill>
              </a:defRPr>
            </a:lvl5pPr>
            <a:lvl6pPr algn="l">
              <a:defRPr sz="1575" b="1">
                <a:solidFill>
                  <a:srgbClr val="FFFFFF"/>
                </a:solidFill>
              </a:defRPr>
            </a:lvl6pPr>
            <a:lvl7pPr algn="l">
              <a:defRPr sz="1575" b="1">
                <a:solidFill>
                  <a:srgbClr val="FFFFFF"/>
                </a:solidFill>
              </a:defRPr>
            </a:lvl7pPr>
            <a:lvl8pPr algn="l">
              <a:defRPr sz="1575" b="1">
                <a:solidFill>
                  <a:srgbClr val="FFFFFF"/>
                </a:solidFill>
              </a:defRPr>
            </a:lvl8pPr>
            <a:lvl9pPr algn="l">
              <a:defRPr sz="1575" b="1">
                <a:solidFill>
                  <a:srgbClr val="FFFFFF"/>
                </a:solidFill>
              </a:defRPr>
            </a:lvl9pPr>
          </a:lstStyle>
          <a:p xmlns:a="http://schemas.openxmlformats.org/drawingml/2006/main">
            <a:pPr algn="l">
              <a:defRPr sz="1575" b="1">
                <a:solidFill>
                  <a:srgbClr val="FFFFFF"/>
                </a:solidFill>
              </a:defRPr>
            </a:pPr>
            <a:r>
              <a:rPr sz="1575" b="1">
                <a:solidFill>
                  <a:srgbClr val="FFFFFF"/>
                </a:solidFill>
              </a:rPr>
              <a:t>発光を重ねる</a:t>
            </a:r>
          </a:p>
        </p:txBody>
      </p:sp>
      <p:sp>
        <p:nvSpPr>
          <p:cNvPr id="23" name="">
            <a:extLst xmlns:a="http://schemas.openxmlformats.org/drawingml/2006/main">
              <a:ext uri="{FF2B5EF4-FFF2-40B4-BE49-F238E27FC236}">
                <a16:creationId xmlns:a16="http://schemas.microsoft.com/office/drawing/2014/main" id="{DF54800D-B467-43F1-B9C6-E1A26C239794}"/>
              </a:ext>
            </a:extLst>
          </p:cNvPr>
          <p:cNvSpPr>
            <a:spLocks xmlns:a="http://schemas.openxmlformats.org/drawingml/2006/main" noGrp="1"/>
          </p:cNvSpPr>
          <p:nvPr/>
        </p:nvSpPr>
        <p:spPr>
          <a:xfrm xmlns:a="http://schemas.openxmlformats.org/drawingml/2006/main">
            <a:off x="9525000" y="3429000"/>
            <a:ext cx="1562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A8C1D1"/>
                </a:solidFill>
              </a:defRPr>
            </a:defPPr>
            <a:lvl1pPr algn="l">
              <a:defRPr sz="1200" b="0">
                <a:solidFill>
                  <a:srgbClr val="A8C1D1"/>
                </a:solidFill>
              </a:defRPr>
            </a:lvl1pPr>
            <a:lvl2pPr algn="l">
              <a:defRPr sz="1200" b="0">
                <a:solidFill>
                  <a:srgbClr val="A8C1D1"/>
                </a:solidFill>
              </a:defRPr>
            </a:lvl2pPr>
            <a:lvl3pPr algn="l">
              <a:defRPr sz="1200" b="0">
                <a:solidFill>
                  <a:srgbClr val="A8C1D1"/>
                </a:solidFill>
              </a:defRPr>
            </a:lvl3pPr>
            <a:lvl4pPr algn="l">
              <a:defRPr sz="1200" b="0">
                <a:solidFill>
                  <a:srgbClr val="A8C1D1"/>
                </a:solidFill>
              </a:defRPr>
            </a:lvl4pPr>
            <a:lvl5pPr algn="l">
              <a:defRPr sz="1200" b="0">
                <a:solidFill>
                  <a:srgbClr val="A8C1D1"/>
                </a:solidFill>
              </a:defRPr>
            </a:lvl5pPr>
            <a:lvl6pPr algn="l">
              <a:defRPr sz="1200" b="0">
                <a:solidFill>
                  <a:srgbClr val="A8C1D1"/>
                </a:solidFill>
              </a:defRPr>
            </a:lvl6pPr>
            <a:lvl7pPr algn="l">
              <a:defRPr sz="1200" b="0">
                <a:solidFill>
                  <a:srgbClr val="A8C1D1"/>
                </a:solidFill>
              </a:defRPr>
            </a:lvl7pPr>
            <a:lvl8pPr algn="l">
              <a:defRPr sz="1200" b="0">
                <a:solidFill>
                  <a:srgbClr val="A8C1D1"/>
                </a:solidFill>
              </a:defRPr>
            </a:lvl8pPr>
            <a:lvl9pPr algn="l">
              <a:defRPr sz="1200" b="0">
                <a:solidFill>
                  <a:srgbClr val="A8C1D1"/>
                </a:solidFill>
              </a:defRPr>
            </a:lvl9pPr>
          </a:lstStyle>
          <a:p xmlns:a="http://schemas.openxmlformats.org/drawingml/2006/main">
            <a:pPr algn="l">
              <a:defRPr sz="1200" b="0">
                <a:solidFill>
                  <a:srgbClr val="A8C1D1"/>
                </a:solidFill>
              </a:defRPr>
            </a:pPr>
            <a:r>
              <a:rPr sz="1200" b="0">
                <a:solidFill>
                  <a:srgbClr val="A8C1D1"/>
                </a:solidFill>
              </a:rPr>
              <a:t>フレア、UVスクロール、マッハリング</a:t>
            </a:r>
          </a:p>
        </p:txBody>
      </p:sp>
      <p:sp>
        <p:nvSpPr>
          <p:cNvPr id="24" name="">
            <a:extLst xmlns:a="http://schemas.openxmlformats.org/drawingml/2006/main">
              <a:ext uri="{FF2B5EF4-FFF2-40B4-BE49-F238E27FC236}">
                <a16:creationId xmlns:a16="http://schemas.microsoft.com/office/drawing/2014/main" id="{ED5D4157-8C50-4626-89F9-E1A2FFF482B9}"/>
              </a:ext>
            </a:extLst>
          </p:cNvPr>
          <p:cNvSpPr>
            <a:spLocks xmlns:a="http://schemas.openxmlformats.org/drawingml/2006/main" noGrp="1"/>
          </p:cNvSpPr>
          <p:nvPr/>
        </p:nvSpPr>
        <p:spPr>
          <a:xfrm xmlns:a="http://schemas.openxmlformats.org/drawingml/2006/main">
            <a:off x="1771650" y="514350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75" b="1">
                <a:solidFill>
                  <a:srgbClr val="6DE0B2"/>
                </a:solidFill>
              </a:defRPr>
            </a:defPPr>
            <a:lvl1pPr algn="ctr">
              <a:defRPr sz="1875" b="1">
                <a:solidFill>
                  <a:srgbClr val="6DE0B2"/>
                </a:solidFill>
              </a:defRPr>
            </a:lvl1pPr>
            <a:lvl2pPr algn="ctr">
              <a:defRPr sz="1875" b="1">
                <a:solidFill>
                  <a:srgbClr val="6DE0B2"/>
                </a:solidFill>
              </a:defRPr>
            </a:lvl2pPr>
            <a:lvl3pPr algn="ctr">
              <a:defRPr sz="1875" b="1">
                <a:solidFill>
                  <a:srgbClr val="6DE0B2"/>
                </a:solidFill>
              </a:defRPr>
            </a:lvl3pPr>
            <a:lvl4pPr algn="ctr">
              <a:defRPr sz="1875" b="1">
                <a:solidFill>
                  <a:srgbClr val="6DE0B2"/>
                </a:solidFill>
              </a:defRPr>
            </a:lvl4pPr>
            <a:lvl5pPr algn="ctr">
              <a:defRPr sz="1875" b="1">
                <a:solidFill>
                  <a:srgbClr val="6DE0B2"/>
                </a:solidFill>
              </a:defRPr>
            </a:lvl5pPr>
            <a:lvl6pPr algn="ctr">
              <a:defRPr sz="1875" b="1">
                <a:solidFill>
                  <a:srgbClr val="6DE0B2"/>
                </a:solidFill>
              </a:defRPr>
            </a:lvl6pPr>
            <a:lvl7pPr algn="ctr">
              <a:defRPr sz="1875" b="1">
                <a:solidFill>
                  <a:srgbClr val="6DE0B2"/>
                </a:solidFill>
              </a:defRPr>
            </a:lvl7pPr>
            <a:lvl8pPr algn="ctr">
              <a:defRPr sz="1875" b="1">
                <a:solidFill>
                  <a:srgbClr val="6DE0B2"/>
                </a:solidFill>
              </a:defRPr>
            </a:lvl8pPr>
            <a:lvl9pPr algn="ctr">
              <a:defRPr sz="1875" b="1">
                <a:solidFill>
                  <a:srgbClr val="6DE0B2"/>
                </a:solidFill>
              </a:defRPr>
            </a:lvl9pPr>
          </a:lstStyle>
          <a:p xmlns:a="http://schemas.openxmlformats.org/drawingml/2006/main">
            <a:pPr algn="ctr">
              <a:defRPr sz="1875" b="1">
                <a:solidFill>
                  <a:srgbClr val="6DE0B2"/>
                </a:solidFill>
              </a:defRPr>
            </a:pPr>
            <a:r>
              <a:rPr sz="1875" b="1">
                <a:solidFill>
                  <a:srgbClr val="6DE0B2"/>
                </a:solidFill>
              </a:rPr>
              <a:t>重要点：リボンと立体炎が同じ曲線データを共有する</a:t>
            </a:r>
          </a:p>
        </p:txBody>
      </p:sp>
    </p:spTree>
    <p:extLst>
      <p:ext uri="{BB962C8B-B14F-4D97-AF65-F5344CB8AC3E}">
        <p14:creationId xmlns:p14="http://schemas.microsoft.com/office/powerpoint/2010/main" val="1359687805"/>
      </p:ext>
    </p:extLst>
  </p:cSld>
</p:sld>
</file>

<file path=ppt/slides/slide6.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28D7DE3-55FB-4262-BA58-2ACB51F2BBF7}"/>
              </a:ext>
            </a:extLst>
          </p:cNvPr>
          <p:cNvSpPr>
            <a:spLocks xmlns:a="http://schemas.openxmlformats.org/drawingml/2006/main" noGrp="1"/>
          </p:cNvSpPr>
          <p:nvPr/>
        </p:nvSpPr>
        <p:spPr>
          <a:xfrm xmlns:a="http://schemas.openxmlformats.org/drawingml/2006/main">
            <a:off x="647700" y="4000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a:solidFill>
                  <a:srgbClr val="FFFFFF"/>
                </a:solidFill>
              </a:defRPr>
            </a:defPPr>
            <a:lvl1pPr algn="l">
              <a:defRPr sz="2475" b="1">
                <a:solidFill>
                  <a:srgbClr val="FFFFFF"/>
                </a:solidFill>
              </a:defRPr>
            </a:lvl1pPr>
            <a:lvl2pPr algn="l">
              <a:defRPr sz="2475" b="1">
                <a:solidFill>
                  <a:srgbClr val="FFFFFF"/>
                </a:solidFill>
              </a:defRPr>
            </a:lvl2pPr>
            <a:lvl3pPr algn="l">
              <a:defRPr sz="2475" b="1">
                <a:solidFill>
                  <a:srgbClr val="FFFFFF"/>
                </a:solidFill>
              </a:defRPr>
            </a:lvl3pPr>
            <a:lvl4pPr algn="l">
              <a:defRPr sz="2475" b="1">
                <a:solidFill>
                  <a:srgbClr val="FFFFFF"/>
                </a:solidFill>
              </a:defRPr>
            </a:lvl4pPr>
            <a:lvl5pPr algn="l">
              <a:defRPr sz="2475" b="1">
                <a:solidFill>
                  <a:srgbClr val="FFFFFF"/>
                </a:solidFill>
              </a:defRPr>
            </a:lvl5pPr>
            <a:lvl6pPr algn="l">
              <a:defRPr sz="2475" b="1">
                <a:solidFill>
                  <a:srgbClr val="FFFFFF"/>
                </a:solidFill>
              </a:defRPr>
            </a:lvl6pPr>
            <a:lvl7pPr algn="l">
              <a:defRPr sz="2475" b="1">
                <a:solidFill>
                  <a:srgbClr val="FFFFFF"/>
                </a:solidFill>
              </a:defRPr>
            </a:lvl7pPr>
            <a:lvl8pPr algn="l">
              <a:defRPr sz="2475" b="1">
                <a:solidFill>
                  <a:srgbClr val="FFFFFF"/>
                </a:solidFill>
              </a:defRPr>
            </a:lvl8pPr>
            <a:lvl9pPr algn="l">
              <a:defRPr sz="2475" b="1">
                <a:solidFill>
                  <a:srgbClr val="FFFFFF"/>
                </a:solidFill>
              </a:defRPr>
            </a:lvl9pPr>
          </a:lstStyle>
          <a:p xmlns:a="http://schemas.openxmlformats.org/drawingml/2006/main">
            <a:pPr algn="l">
              <a:defRPr sz="2475" b="1">
                <a:solidFill>
                  <a:srgbClr val="FFFFFF"/>
                </a:solidFill>
              </a:defRPr>
            </a:pPr>
            <a:r>
              <a:rPr sz="2475" b="1">
                <a:solidFill>
                  <a:srgbClr val="FFFFFF"/>
                </a:solidFill>
              </a:rPr>
              <a:t>技術 1：リボントレイル</a:t>
            </a:r>
          </a:p>
        </p:txBody>
      </p:sp>
      <p:sp>
        <p:nvSpPr>
          <p:cNvPr id="2" name="">
            <a:extLst xmlns:a="http://schemas.openxmlformats.org/drawingml/2006/main">
              <a:ext uri="{FF2B5EF4-FFF2-40B4-BE49-F238E27FC236}">
                <a16:creationId xmlns:a16="http://schemas.microsoft.com/office/drawing/2014/main" id="{3E92CBBC-43EE-4D6C-9CF3-63655C141D3A}"/>
              </a:ext>
            </a:extLst>
          </p:cNvPr>
          <p:cNvSpPr>
            <a:spLocks xmlns:a="http://schemas.openxmlformats.org/drawingml/2006/main" noGrp="1"/>
          </p:cNvSpPr>
          <p:nvPr/>
        </p:nvSpPr>
        <p:spPr>
          <a:xfrm xmlns:a="http://schemas.openxmlformats.org/drawingml/2006/main">
            <a:off x="10877550" y="4953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39D7FF"/>
                </a:solidFill>
              </a:defRPr>
            </a:defPPr>
            <a:lvl1pPr algn="r">
              <a:defRPr sz="1050" b="1">
                <a:solidFill>
                  <a:srgbClr val="39D7FF"/>
                </a:solidFill>
              </a:defRPr>
            </a:lvl1pPr>
            <a:lvl2pPr algn="r">
              <a:defRPr sz="1050" b="1">
                <a:solidFill>
                  <a:srgbClr val="39D7FF"/>
                </a:solidFill>
              </a:defRPr>
            </a:lvl2pPr>
            <a:lvl3pPr algn="r">
              <a:defRPr sz="1050" b="1">
                <a:solidFill>
                  <a:srgbClr val="39D7FF"/>
                </a:solidFill>
              </a:defRPr>
            </a:lvl3pPr>
            <a:lvl4pPr algn="r">
              <a:defRPr sz="1050" b="1">
                <a:solidFill>
                  <a:srgbClr val="39D7FF"/>
                </a:solidFill>
              </a:defRPr>
            </a:lvl4pPr>
            <a:lvl5pPr algn="r">
              <a:defRPr sz="1050" b="1">
                <a:solidFill>
                  <a:srgbClr val="39D7FF"/>
                </a:solidFill>
              </a:defRPr>
            </a:lvl5pPr>
            <a:lvl6pPr algn="r">
              <a:defRPr sz="1050" b="1">
                <a:solidFill>
                  <a:srgbClr val="39D7FF"/>
                </a:solidFill>
              </a:defRPr>
            </a:lvl6pPr>
            <a:lvl7pPr algn="r">
              <a:defRPr sz="1050" b="1">
                <a:solidFill>
                  <a:srgbClr val="39D7FF"/>
                </a:solidFill>
              </a:defRPr>
            </a:lvl7pPr>
            <a:lvl8pPr algn="r">
              <a:defRPr sz="1050" b="1">
                <a:solidFill>
                  <a:srgbClr val="39D7FF"/>
                </a:solidFill>
              </a:defRPr>
            </a:lvl8pPr>
            <a:lvl9pPr algn="r">
              <a:defRPr sz="1050" b="1">
                <a:solidFill>
                  <a:srgbClr val="39D7FF"/>
                </a:solidFill>
              </a:defRPr>
            </a:lvl9pPr>
          </a:lstStyle>
          <a:p xmlns:a="http://schemas.openxmlformats.org/drawingml/2006/main">
            <a:pPr algn="r">
              <a:defRPr sz="1050" b="1">
                <a:solidFill>
                  <a:srgbClr val="39D7FF"/>
                </a:solidFill>
              </a:defRPr>
            </a:pPr>
            <a:r>
              <a:rPr sz="1050" b="1">
                <a:solidFill>
                  <a:srgbClr val="39D7FF"/>
                </a:solidFill>
              </a:rPr>
              <a:t>06</a:t>
            </a:r>
          </a:p>
        </p:txBody>
      </p:sp>
      <p:sp>
        <p:nvSpPr>
          <p:cNvPr id="3" name="">
            <a:extLst xmlns:a="http://schemas.openxmlformats.org/drawingml/2006/main">
              <a:ext uri="{FF2B5EF4-FFF2-40B4-BE49-F238E27FC236}">
                <a16:creationId xmlns:a16="http://schemas.microsoft.com/office/drawing/2014/main" id="{AF6281E5-EA13-4843-8C67-D7C3DA645E7A}"/>
              </a:ext>
            </a:extLst>
          </p:cNvPr>
          <p:cNvSpPr>
            <a:spLocks xmlns:a="http://schemas.openxmlformats.org/drawingml/2006/main" noGrp="1"/>
          </p:cNvSpPr>
          <p:nvPr/>
        </p:nvSpPr>
        <p:spPr>
          <a:xfrm xmlns:a="http://schemas.openxmlformats.org/drawingml/2006/main">
            <a:off x="647700" y="1000125"/>
            <a:ext cx="10896600" cy="190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235ACB7-16B3-413B-8465-A22F5829F7DA}"/>
              </a:ext>
            </a:extLst>
          </p:cNvPr>
          <p:cNvSpPr>
            <a:spLocks xmlns:a="http://schemas.openxmlformats.org/drawingml/2006/main" noGrp="1"/>
          </p:cNvSpPr>
          <p:nvPr/>
        </p:nvSpPr>
        <p:spPr>
          <a:xfrm xmlns:a="http://schemas.openxmlformats.org/drawingml/2006/main">
            <a:off x="666750" y="129540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FFFFFF"/>
                </a:solidFill>
              </a:defRPr>
            </a:defPPr>
            <a:lvl1pPr algn="l">
              <a:defRPr sz="1875" b="1">
                <a:solidFill>
                  <a:srgbClr val="FFFFFF"/>
                </a:solidFill>
              </a:defRPr>
            </a:lvl1pPr>
            <a:lvl2pPr algn="l">
              <a:defRPr sz="1875" b="1">
                <a:solidFill>
                  <a:srgbClr val="FFFFFF"/>
                </a:solidFill>
              </a:defRPr>
            </a:lvl2pPr>
            <a:lvl3pPr algn="l">
              <a:defRPr sz="1875" b="1">
                <a:solidFill>
                  <a:srgbClr val="FFFFFF"/>
                </a:solidFill>
              </a:defRPr>
            </a:lvl3pPr>
            <a:lvl4pPr algn="l">
              <a:defRPr sz="1875" b="1">
                <a:solidFill>
                  <a:srgbClr val="FFFFFF"/>
                </a:solidFill>
              </a:defRPr>
            </a:lvl4pPr>
            <a:lvl5pPr algn="l">
              <a:defRPr sz="1875" b="1">
                <a:solidFill>
                  <a:srgbClr val="FFFFFF"/>
                </a:solidFill>
              </a:defRPr>
            </a:lvl5pPr>
            <a:lvl6pPr algn="l">
              <a:defRPr sz="1875" b="1">
                <a:solidFill>
                  <a:srgbClr val="FFFFFF"/>
                </a:solidFill>
              </a:defRPr>
            </a:lvl6pPr>
            <a:lvl7pPr algn="l">
              <a:defRPr sz="1875" b="1">
                <a:solidFill>
                  <a:srgbClr val="FFFFFF"/>
                </a:solidFill>
              </a:defRPr>
            </a:lvl7pPr>
            <a:lvl8pPr algn="l">
              <a:defRPr sz="1875" b="1">
                <a:solidFill>
                  <a:srgbClr val="FFFFFF"/>
                </a:solidFill>
              </a:defRPr>
            </a:lvl8pPr>
            <a:lvl9pPr algn="l">
              <a:defRPr sz="1875" b="1">
                <a:solidFill>
                  <a:srgbClr val="FFFFFF"/>
                </a:solidFill>
              </a:defRPr>
            </a:lvl9pPr>
          </a:lstStyle>
          <a:p xmlns:a="http://schemas.openxmlformats.org/drawingml/2006/main">
            <a:pPr algn="l">
              <a:defRPr sz="1875" b="1">
                <a:solidFill>
                  <a:srgbClr val="FFFFFF"/>
                </a:solidFill>
              </a:defRPr>
            </a:pPr>
            <a:r>
              <a:rPr sz="1875" b="1">
                <a:solidFill>
                  <a:srgbClr val="FFFFFF"/>
                </a:solidFill>
              </a:rPr>
              <a:t>過去のノズル位置を、帯状メッシュとして空間に残す</a:t>
            </a:r>
          </a:p>
        </p:txBody>
      </p:sp>
      <p:sp>
        <p:nvSpPr>
          <p:cNvPr id="5" name="">
            <a:extLst xmlns:a="http://schemas.openxmlformats.org/drawingml/2006/main">
              <a:ext uri="{FF2B5EF4-FFF2-40B4-BE49-F238E27FC236}">
                <a16:creationId xmlns:a16="http://schemas.microsoft.com/office/drawing/2014/main" id="{FBD04F99-B58A-42D5-AD50-A12E1846A578}"/>
              </a:ext>
            </a:extLst>
          </p:cNvPr>
          <p:cNvSpPr>
            <a:spLocks xmlns:a="http://schemas.openxmlformats.org/drawingml/2006/main" noGrp="1"/>
          </p:cNvSpPr>
          <p:nvPr/>
        </p:nvSpPr>
        <p:spPr>
          <a:xfrm xmlns:a="http://schemas.openxmlformats.org/drawingml/2006/main">
            <a:off x="762000" y="2152650"/>
            <a:ext cx="1047750" cy="285750"/>
          </a:xfrm>
          <a:prstGeom xmlns:a="http://schemas.openxmlformats.org/drawingml/2006/main" prst="roundRect">
            <a:avLst>
              <a:gd name="adj" fmla="val 26667"/>
            </a:avLst>
          </a:prstGeom>
          <a:solidFill xmlns:a="http://schemas.openxmlformats.org/drawingml/2006/main">
            <a:srgbClr val="F161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A642188-EC1B-46EF-BFC4-81D775573D1C}"/>
              </a:ext>
            </a:extLst>
          </p:cNvPr>
          <p:cNvSpPr>
            <a:spLocks xmlns:a="http://schemas.openxmlformats.org/drawingml/2006/main" noGrp="1"/>
          </p:cNvSpPr>
          <p:nvPr/>
        </p:nvSpPr>
        <p:spPr>
          <a:xfrm xmlns:a="http://schemas.openxmlformats.org/drawingml/2006/main">
            <a:off x="857250" y="2162175"/>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07131F"/>
                </a:solidFill>
              </a:defRPr>
            </a:defPPr>
            <a:lvl1pPr algn="ctr">
              <a:defRPr sz="975" b="1">
                <a:solidFill>
                  <a:srgbClr val="07131F"/>
                </a:solidFill>
              </a:defRPr>
            </a:lvl1pPr>
            <a:lvl2pPr algn="ctr">
              <a:defRPr sz="975" b="1">
                <a:solidFill>
                  <a:srgbClr val="07131F"/>
                </a:solidFill>
              </a:defRPr>
            </a:lvl2pPr>
            <a:lvl3pPr algn="ctr">
              <a:defRPr sz="975" b="1">
                <a:solidFill>
                  <a:srgbClr val="07131F"/>
                </a:solidFill>
              </a:defRPr>
            </a:lvl3pPr>
            <a:lvl4pPr algn="ctr">
              <a:defRPr sz="975" b="1">
                <a:solidFill>
                  <a:srgbClr val="07131F"/>
                </a:solidFill>
              </a:defRPr>
            </a:lvl4pPr>
            <a:lvl5pPr algn="ctr">
              <a:defRPr sz="975" b="1">
                <a:solidFill>
                  <a:srgbClr val="07131F"/>
                </a:solidFill>
              </a:defRPr>
            </a:lvl5pPr>
            <a:lvl6pPr algn="ctr">
              <a:defRPr sz="975" b="1">
                <a:solidFill>
                  <a:srgbClr val="07131F"/>
                </a:solidFill>
              </a:defRPr>
            </a:lvl6pPr>
            <a:lvl7pPr algn="ctr">
              <a:defRPr sz="975" b="1">
                <a:solidFill>
                  <a:srgbClr val="07131F"/>
                </a:solidFill>
              </a:defRPr>
            </a:lvl7pPr>
            <a:lvl8pPr algn="ctr">
              <a:defRPr sz="975" b="1">
                <a:solidFill>
                  <a:srgbClr val="07131F"/>
                </a:solidFill>
              </a:defRPr>
            </a:lvl8pPr>
            <a:lvl9pPr algn="ctr">
              <a:defRPr sz="975" b="1">
                <a:solidFill>
                  <a:srgbClr val="07131F"/>
                </a:solidFill>
              </a:defRPr>
            </a:lvl9pPr>
          </a:lstStyle>
          <a:p xmlns:a="http://schemas.openxmlformats.org/drawingml/2006/main">
            <a:pPr algn="ctr">
              <a:defRPr sz="975" b="1">
                <a:solidFill>
                  <a:srgbClr val="07131F"/>
                </a:solidFill>
              </a:defRPr>
            </a:pPr>
            <a:r>
              <a:rPr sz="975" b="1">
                <a:solidFill>
                  <a:srgbClr val="07131F"/>
                </a:solidFill>
              </a:rPr>
              <a:t>入力</a:t>
            </a:r>
          </a:p>
        </p:txBody>
      </p:sp>
      <p:sp>
        <p:nvSpPr>
          <p:cNvPr id="7" name="">
            <a:extLst xmlns:a="http://schemas.openxmlformats.org/drawingml/2006/main">
              <a:ext uri="{FF2B5EF4-FFF2-40B4-BE49-F238E27FC236}">
                <a16:creationId xmlns:a16="http://schemas.microsoft.com/office/drawing/2014/main" id="{16914842-CD94-4222-9405-A2B8BDED11FD}"/>
              </a:ext>
            </a:extLst>
          </p:cNvPr>
          <p:cNvSpPr>
            <a:spLocks xmlns:a="http://schemas.openxmlformats.org/drawingml/2006/main" noGrp="1"/>
          </p:cNvSpPr>
          <p:nvPr/>
        </p:nvSpPr>
        <p:spPr>
          <a:xfrm xmlns:a="http://schemas.openxmlformats.org/drawingml/2006/main">
            <a:off x="762000" y="25908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EAF6FF"/>
                </a:solidFill>
              </a:defRPr>
            </a:defPPr>
            <a:lvl1pPr algn="l">
              <a:defRPr sz="1800" b="1">
                <a:solidFill>
                  <a:srgbClr val="EAF6FF"/>
                </a:solidFill>
              </a:defRPr>
            </a:lvl1pPr>
            <a:lvl2pPr algn="l">
              <a:defRPr sz="1800" b="1">
                <a:solidFill>
                  <a:srgbClr val="EAF6FF"/>
                </a:solidFill>
              </a:defRPr>
            </a:lvl2pPr>
            <a:lvl3pPr algn="l">
              <a:defRPr sz="1800" b="1">
                <a:solidFill>
                  <a:srgbClr val="EAF6FF"/>
                </a:solidFill>
              </a:defRPr>
            </a:lvl3pPr>
            <a:lvl4pPr algn="l">
              <a:defRPr sz="1800" b="1">
                <a:solidFill>
                  <a:srgbClr val="EAF6FF"/>
                </a:solidFill>
              </a:defRPr>
            </a:lvl4pPr>
            <a:lvl5pPr algn="l">
              <a:defRPr sz="1800" b="1">
                <a:solidFill>
                  <a:srgbClr val="EAF6FF"/>
                </a:solidFill>
              </a:defRPr>
            </a:lvl5pPr>
            <a:lvl6pPr algn="l">
              <a:defRPr sz="1800" b="1">
                <a:solidFill>
                  <a:srgbClr val="EAF6FF"/>
                </a:solidFill>
              </a:defRPr>
            </a:lvl6pPr>
            <a:lvl7pPr algn="l">
              <a:defRPr sz="1800" b="1">
                <a:solidFill>
                  <a:srgbClr val="EAF6FF"/>
                </a:solidFill>
              </a:defRPr>
            </a:lvl7pPr>
            <a:lvl8pPr algn="l">
              <a:defRPr sz="1800" b="1">
                <a:solidFill>
                  <a:srgbClr val="EAF6FF"/>
                </a:solidFill>
              </a:defRPr>
            </a:lvl8pPr>
            <a:lvl9pPr algn="l">
              <a:defRPr sz="1800" b="1">
                <a:solidFill>
                  <a:srgbClr val="EAF6FF"/>
                </a:solidFill>
              </a:defRPr>
            </a:lvl9pPr>
          </a:lstStyle>
          <a:p xmlns:a="http://schemas.openxmlformats.org/drawingml/2006/main">
            <a:pPr algn="l">
              <a:defRPr sz="1800" b="1">
                <a:solidFill>
                  <a:srgbClr val="EAF6FF"/>
                </a:solidFill>
              </a:defRPr>
            </a:pPr>
            <a:r>
              <a:rPr sz="1800" b="1">
                <a:solidFill>
                  <a:srgbClr val="EAF6FF"/>
                </a:solidFill>
              </a:rPr>
              <a:t>ノズル位置の履歴</a:t>
            </a:r>
          </a:p>
        </p:txBody>
      </p:sp>
      <p:sp>
        <p:nvSpPr>
          <p:cNvPr id="8" name="">
            <a:extLst xmlns:a="http://schemas.openxmlformats.org/drawingml/2006/main">
              <a:ext uri="{FF2B5EF4-FFF2-40B4-BE49-F238E27FC236}">
                <a16:creationId xmlns:a16="http://schemas.microsoft.com/office/drawing/2014/main" id="{EA712073-0BA2-4C28-B702-95B841A5F5DC}"/>
              </a:ext>
            </a:extLst>
          </p:cNvPr>
          <p:cNvSpPr>
            <a:spLocks xmlns:a="http://schemas.openxmlformats.org/drawingml/2006/main" noGrp="1"/>
          </p:cNvSpPr>
          <p:nvPr/>
        </p:nvSpPr>
        <p:spPr>
          <a:xfrm xmlns:a="http://schemas.openxmlformats.org/drawingml/2006/main">
            <a:off x="762000" y="3390900"/>
            <a:ext cx="1047750" cy="285750"/>
          </a:xfrm>
          <a:prstGeom xmlns:a="http://schemas.openxmlformats.org/drawingml/2006/main" prst="roundRect">
            <a:avLst>
              <a:gd name="adj" fmla="val 26667"/>
            </a:avLst>
          </a:prstGeom>
          <a:solidFill xmlns:a="http://schemas.openxmlformats.org/drawingml/2006/main">
            <a:srgbClr val="39D7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FF8E899-B36C-4FA5-BCBD-A0CDD880699B}"/>
              </a:ext>
            </a:extLst>
          </p:cNvPr>
          <p:cNvSpPr>
            <a:spLocks xmlns:a="http://schemas.openxmlformats.org/drawingml/2006/main" noGrp="1"/>
          </p:cNvSpPr>
          <p:nvPr/>
        </p:nvSpPr>
        <p:spPr>
          <a:xfrm xmlns:a="http://schemas.openxmlformats.org/drawingml/2006/main">
            <a:off x="857250" y="3400425"/>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07131F"/>
                </a:solidFill>
              </a:defRPr>
            </a:defPPr>
            <a:lvl1pPr algn="ctr">
              <a:defRPr sz="975" b="1">
                <a:solidFill>
                  <a:srgbClr val="07131F"/>
                </a:solidFill>
              </a:defRPr>
            </a:lvl1pPr>
            <a:lvl2pPr algn="ctr">
              <a:defRPr sz="975" b="1">
                <a:solidFill>
                  <a:srgbClr val="07131F"/>
                </a:solidFill>
              </a:defRPr>
            </a:lvl2pPr>
            <a:lvl3pPr algn="ctr">
              <a:defRPr sz="975" b="1">
                <a:solidFill>
                  <a:srgbClr val="07131F"/>
                </a:solidFill>
              </a:defRPr>
            </a:lvl3pPr>
            <a:lvl4pPr algn="ctr">
              <a:defRPr sz="975" b="1">
                <a:solidFill>
                  <a:srgbClr val="07131F"/>
                </a:solidFill>
              </a:defRPr>
            </a:lvl4pPr>
            <a:lvl5pPr algn="ctr">
              <a:defRPr sz="975" b="1">
                <a:solidFill>
                  <a:srgbClr val="07131F"/>
                </a:solidFill>
              </a:defRPr>
            </a:lvl5pPr>
            <a:lvl6pPr algn="ctr">
              <a:defRPr sz="975" b="1">
                <a:solidFill>
                  <a:srgbClr val="07131F"/>
                </a:solidFill>
              </a:defRPr>
            </a:lvl6pPr>
            <a:lvl7pPr algn="ctr">
              <a:defRPr sz="975" b="1">
                <a:solidFill>
                  <a:srgbClr val="07131F"/>
                </a:solidFill>
              </a:defRPr>
            </a:lvl7pPr>
            <a:lvl8pPr algn="ctr">
              <a:defRPr sz="975" b="1">
                <a:solidFill>
                  <a:srgbClr val="07131F"/>
                </a:solidFill>
              </a:defRPr>
            </a:lvl8pPr>
            <a:lvl9pPr algn="ctr">
              <a:defRPr sz="975" b="1">
                <a:solidFill>
                  <a:srgbClr val="07131F"/>
                </a:solidFill>
              </a:defRPr>
            </a:lvl9pPr>
          </a:lstStyle>
          <a:p xmlns:a="http://schemas.openxmlformats.org/drawingml/2006/main">
            <a:pPr algn="ctr">
              <a:defRPr sz="975" b="1">
                <a:solidFill>
                  <a:srgbClr val="07131F"/>
                </a:solidFill>
              </a:defRPr>
            </a:pPr>
            <a:r>
              <a:rPr sz="975" b="1">
                <a:solidFill>
                  <a:srgbClr val="07131F"/>
                </a:solidFill>
              </a:rPr>
              <a:t>生成</a:t>
            </a:r>
          </a:p>
        </p:txBody>
      </p:sp>
      <p:sp>
        <p:nvSpPr>
          <p:cNvPr id="10" name="">
            <a:extLst xmlns:a="http://schemas.openxmlformats.org/drawingml/2006/main">
              <a:ext uri="{FF2B5EF4-FFF2-40B4-BE49-F238E27FC236}">
                <a16:creationId xmlns:a16="http://schemas.microsoft.com/office/drawing/2014/main" id="{D5487000-AA10-416E-A9E9-E097A6993C8F}"/>
              </a:ext>
            </a:extLst>
          </p:cNvPr>
          <p:cNvSpPr>
            <a:spLocks xmlns:a="http://schemas.openxmlformats.org/drawingml/2006/main" noGrp="1"/>
          </p:cNvSpPr>
          <p:nvPr/>
        </p:nvSpPr>
        <p:spPr>
          <a:xfrm xmlns:a="http://schemas.openxmlformats.org/drawingml/2006/main">
            <a:off x="762000" y="38290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EAF6FF"/>
                </a:solidFill>
              </a:defRPr>
            </a:defPPr>
            <a:lvl1pPr algn="l">
              <a:defRPr sz="1800" b="1">
                <a:solidFill>
                  <a:srgbClr val="EAF6FF"/>
                </a:solidFill>
              </a:defRPr>
            </a:lvl1pPr>
            <a:lvl2pPr algn="l">
              <a:defRPr sz="1800" b="1">
                <a:solidFill>
                  <a:srgbClr val="EAF6FF"/>
                </a:solidFill>
              </a:defRPr>
            </a:lvl2pPr>
            <a:lvl3pPr algn="l">
              <a:defRPr sz="1800" b="1">
                <a:solidFill>
                  <a:srgbClr val="EAF6FF"/>
                </a:solidFill>
              </a:defRPr>
            </a:lvl3pPr>
            <a:lvl4pPr algn="l">
              <a:defRPr sz="1800" b="1">
                <a:solidFill>
                  <a:srgbClr val="EAF6FF"/>
                </a:solidFill>
              </a:defRPr>
            </a:lvl4pPr>
            <a:lvl5pPr algn="l">
              <a:defRPr sz="1800" b="1">
                <a:solidFill>
                  <a:srgbClr val="EAF6FF"/>
                </a:solidFill>
              </a:defRPr>
            </a:lvl5pPr>
            <a:lvl6pPr algn="l">
              <a:defRPr sz="1800" b="1">
                <a:solidFill>
                  <a:srgbClr val="EAF6FF"/>
                </a:solidFill>
              </a:defRPr>
            </a:lvl6pPr>
            <a:lvl7pPr algn="l">
              <a:defRPr sz="1800" b="1">
                <a:solidFill>
                  <a:srgbClr val="EAF6FF"/>
                </a:solidFill>
              </a:defRPr>
            </a:lvl7pPr>
            <a:lvl8pPr algn="l">
              <a:defRPr sz="1800" b="1">
                <a:solidFill>
                  <a:srgbClr val="EAF6FF"/>
                </a:solidFill>
              </a:defRPr>
            </a:lvl8pPr>
            <a:lvl9pPr algn="l">
              <a:defRPr sz="1800" b="1">
                <a:solidFill>
                  <a:srgbClr val="EAF6FF"/>
                </a:solidFill>
              </a:defRPr>
            </a:lvl9pPr>
          </a:lstStyle>
          <a:p xmlns:a="http://schemas.openxmlformats.org/drawingml/2006/main">
            <a:pPr algn="l">
              <a:defRPr sz="1800" b="1">
                <a:solidFill>
                  <a:srgbClr val="EAF6FF"/>
                </a:solidFill>
              </a:defRPr>
            </a:pPr>
            <a:r>
              <a:rPr sz="1800" b="1">
                <a:solidFill>
                  <a:srgbClr val="EAF6FF"/>
                </a:solidFill>
              </a:rPr>
              <a:t>左右を結んだ帯</a:t>
            </a:r>
          </a:p>
        </p:txBody>
      </p:sp>
      <p:sp>
        <p:nvSpPr>
          <p:cNvPr id="11" name="">
            <a:extLst xmlns:a="http://schemas.openxmlformats.org/drawingml/2006/main">
              <a:ext uri="{FF2B5EF4-FFF2-40B4-BE49-F238E27FC236}">
                <a16:creationId xmlns:a16="http://schemas.microsoft.com/office/drawing/2014/main" id="{C73DBC8E-225A-44FD-99CE-591CE1BCF9C4}"/>
              </a:ext>
            </a:extLst>
          </p:cNvPr>
          <p:cNvSpPr>
            <a:spLocks xmlns:a="http://schemas.openxmlformats.org/drawingml/2006/main" noGrp="1"/>
          </p:cNvSpPr>
          <p:nvPr/>
        </p:nvSpPr>
        <p:spPr>
          <a:xfrm xmlns:a="http://schemas.openxmlformats.org/drawingml/2006/main">
            <a:off x="762000" y="4629150"/>
            <a:ext cx="1047750" cy="285750"/>
          </a:xfrm>
          <a:prstGeom xmlns:a="http://schemas.openxmlformats.org/drawingml/2006/main" prst="roundRect">
            <a:avLst>
              <a:gd name="adj" fmla="val 26667"/>
            </a:avLst>
          </a:prstGeom>
          <a:solidFill xmlns:a="http://schemas.openxmlformats.org/drawingml/2006/main">
            <a:srgbClr val="6DE0B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70DC9E8-39C6-4286-BB11-E65069A60B85}"/>
              </a:ext>
            </a:extLst>
          </p:cNvPr>
          <p:cNvSpPr>
            <a:spLocks xmlns:a="http://schemas.openxmlformats.org/drawingml/2006/main" noGrp="1"/>
          </p:cNvSpPr>
          <p:nvPr/>
        </p:nvSpPr>
        <p:spPr>
          <a:xfrm xmlns:a="http://schemas.openxmlformats.org/drawingml/2006/main">
            <a:off x="857250" y="4638675"/>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07131F"/>
                </a:solidFill>
              </a:defRPr>
            </a:defPPr>
            <a:lvl1pPr algn="ctr">
              <a:defRPr sz="975" b="1">
                <a:solidFill>
                  <a:srgbClr val="07131F"/>
                </a:solidFill>
              </a:defRPr>
            </a:lvl1pPr>
            <a:lvl2pPr algn="ctr">
              <a:defRPr sz="975" b="1">
                <a:solidFill>
                  <a:srgbClr val="07131F"/>
                </a:solidFill>
              </a:defRPr>
            </a:lvl2pPr>
            <a:lvl3pPr algn="ctr">
              <a:defRPr sz="975" b="1">
                <a:solidFill>
                  <a:srgbClr val="07131F"/>
                </a:solidFill>
              </a:defRPr>
            </a:lvl3pPr>
            <a:lvl4pPr algn="ctr">
              <a:defRPr sz="975" b="1">
                <a:solidFill>
                  <a:srgbClr val="07131F"/>
                </a:solidFill>
              </a:defRPr>
            </a:lvl4pPr>
            <a:lvl5pPr algn="ctr">
              <a:defRPr sz="975" b="1">
                <a:solidFill>
                  <a:srgbClr val="07131F"/>
                </a:solidFill>
              </a:defRPr>
            </a:lvl5pPr>
            <a:lvl6pPr algn="ctr">
              <a:defRPr sz="975" b="1">
                <a:solidFill>
                  <a:srgbClr val="07131F"/>
                </a:solidFill>
              </a:defRPr>
            </a:lvl6pPr>
            <a:lvl7pPr algn="ctr">
              <a:defRPr sz="975" b="1">
                <a:solidFill>
                  <a:srgbClr val="07131F"/>
                </a:solidFill>
              </a:defRPr>
            </a:lvl7pPr>
            <a:lvl8pPr algn="ctr">
              <a:defRPr sz="975" b="1">
                <a:solidFill>
                  <a:srgbClr val="07131F"/>
                </a:solidFill>
              </a:defRPr>
            </a:lvl8pPr>
            <a:lvl9pPr algn="ctr">
              <a:defRPr sz="975" b="1">
                <a:solidFill>
                  <a:srgbClr val="07131F"/>
                </a:solidFill>
              </a:defRPr>
            </a:lvl9pPr>
          </a:lstStyle>
          <a:p xmlns:a="http://schemas.openxmlformats.org/drawingml/2006/main">
            <a:pPr algn="ctr">
              <a:defRPr sz="975" b="1">
                <a:solidFill>
                  <a:srgbClr val="07131F"/>
                </a:solidFill>
              </a:defRPr>
            </a:pPr>
            <a:r>
              <a:rPr sz="975" b="1">
                <a:solidFill>
                  <a:srgbClr val="07131F"/>
                </a:solidFill>
              </a:rPr>
              <a:t>消去</a:t>
            </a:r>
          </a:p>
        </p:txBody>
      </p:sp>
      <p:sp>
        <p:nvSpPr>
          <p:cNvPr id="13" name="">
            <a:extLst xmlns:a="http://schemas.openxmlformats.org/drawingml/2006/main">
              <a:ext uri="{FF2B5EF4-FFF2-40B4-BE49-F238E27FC236}">
                <a16:creationId xmlns:a16="http://schemas.microsoft.com/office/drawing/2014/main" id="{627CAFBE-2AD8-44AB-9424-F8377F813CEF}"/>
              </a:ext>
            </a:extLst>
          </p:cNvPr>
          <p:cNvSpPr>
            <a:spLocks xmlns:a="http://schemas.openxmlformats.org/drawingml/2006/main" noGrp="1"/>
          </p:cNvSpPr>
          <p:nvPr/>
        </p:nvSpPr>
        <p:spPr>
          <a:xfrm xmlns:a="http://schemas.openxmlformats.org/drawingml/2006/main">
            <a:off x="762000" y="50673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EAF6FF"/>
                </a:solidFill>
              </a:defRPr>
            </a:defPPr>
            <a:lvl1pPr algn="l">
              <a:defRPr sz="1575" b="1">
                <a:solidFill>
                  <a:srgbClr val="EAF6FF"/>
                </a:solidFill>
              </a:defRPr>
            </a:lvl1pPr>
            <a:lvl2pPr algn="l">
              <a:defRPr sz="1575" b="1">
                <a:solidFill>
                  <a:srgbClr val="EAF6FF"/>
                </a:solidFill>
              </a:defRPr>
            </a:lvl2pPr>
            <a:lvl3pPr algn="l">
              <a:defRPr sz="1575" b="1">
                <a:solidFill>
                  <a:srgbClr val="EAF6FF"/>
                </a:solidFill>
              </a:defRPr>
            </a:lvl3pPr>
            <a:lvl4pPr algn="l">
              <a:defRPr sz="1575" b="1">
                <a:solidFill>
                  <a:srgbClr val="EAF6FF"/>
                </a:solidFill>
              </a:defRPr>
            </a:lvl4pPr>
            <a:lvl5pPr algn="l">
              <a:defRPr sz="1575" b="1">
                <a:solidFill>
                  <a:srgbClr val="EAF6FF"/>
                </a:solidFill>
              </a:defRPr>
            </a:lvl5pPr>
            <a:lvl6pPr algn="l">
              <a:defRPr sz="1575" b="1">
                <a:solidFill>
                  <a:srgbClr val="EAF6FF"/>
                </a:solidFill>
              </a:defRPr>
            </a:lvl6pPr>
            <a:lvl7pPr algn="l">
              <a:defRPr sz="1575" b="1">
                <a:solidFill>
                  <a:srgbClr val="EAF6FF"/>
                </a:solidFill>
              </a:defRPr>
            </a:lvl7pPr>
            <a:lvl8pPr algn="l">
              <a:defRPr sz="1575" b="1">
                <a:solidFill>
                  <a:srgbClr val="EAF6FF"/>
                </a:solidFill>
              </a:defRPr>
            </a:lvl8pPr>
            <a:lvl9pPr algn="l">
              <a:defRPr sz="1575" b="1">
                <a:solidFill>
                  <a:srgbClr val="EAF6FF"/>
                </a:solidFill>
              </a:defRPr>
            </a:lvl9pPr>
          </a:lstStyle>
          <a:p xmlns:a="http://schemas.openxmlformats.org/drawingml/2006/main">
            <a:pPr algn="l">
              <a:defRPr sz="1575" b="1">
                <a:solidFill>
                  <a:srgbClr val="EAF6FF"/>
                </a:solidFill>
              </a:defRPr>
            </a:pPr>
            <a:r>
              <a:rPr sz="1575" b="1">
                <a:solidFill>
                  <a:srgbClr val="EAF6FF"/>
                </a:solidFill>
              </a:rPr>
              <a:t>寿命で幅と透明度を下げる</a:t>
            </a:r>
          </a:p>
        </p:txBody>
      </p:sp>
      <p:sp>
        <p:nvSpPr>
          <p:cNvPr id="14" name="">
            <a:extLst xmlns:a="http://schemas.openxmlformats.org/drawingml/2006/main">
              <a:ext uri="{FF2B5EF4-FFF2-40B4-BE49-F238E27FC236}">
                <a16:creationId xmlns:a16="http://schemas.microsoft.com/office/drawing/2014/main" id="{087B02D1-1A74-4541-A7C3-AAA92E329F68}"/>
              </a:ext>
            </a:extLst>
          </p:cNvPr>
          <p:cNvSpPr>
            <a:spLocks xmlns:a="http://schemas.openxmlformats.org/drawingml/2006/main" noGrp="1"/>
          </p:cNvSpPr>
          <p:nvPr/>
        </p:nvSpPr>
        <p:spPr>
          <a:xfrm xmlns:a="http://schemas.openxmlformats.org/drawingml/2006/main">
            <a:off x="5334000" y="1952625"/>
            <a:ext cx="5619750" cy="3429000"/>
          </a:xfrm>
          <a:prstGeom xmlns:a="http://schemas.openxmlformats.org/drawingml/2006/main" prst="roundRect">
            <a:avLst>
              <a:gd name="adj" fmla="val 2222"/>
            </a:avLst>
          </a:prstGeom>
          <a:solidFill xmlns:a="http://schemas.openxmlformats.org/drawingml/2006/main">
            <a:srgbClr val="0B2132"/>
          </a:solidFill>
          <a:ln xmlns:a="http://schemas.openxmlformats.org/drawingml/2006/main" w="9525">
            <a:solidFill>
              <a:srgbClr val="39D7FF"/>
            </a:solidFill>
            <a:prstDash val="solid"/>
          </a:ln>
        </p:spPr>
      </p:sp>
      <p:sp>
        <p:nvSpPr>
          <p:cNvPr id="15" name="">
            <a:extLst xmlns:a="http://schemas.openxmlformats.org/drawingml/2006/main">
              <a:ext uri="{FF2B5EF4-FFF2-40B4-BE49-F238E27FC236}">
                <a16:creationId xmlns:a16="http://schemas.microsoft.com/office/drawing/2014/main" id="{4FE513A3-D499-47FF-BBD3-BB95304B6538}"/>
              </a:ext>
            </a:extLst>
          </p:cNvPr>
          <p:cNvSpPr>
            <a:spLocks xmlns:a="http://schemas.openxmlformats.org/drawingml/2006/main" noGrp="1"/>
          </p:cNvSpPr>
          <p:nvPr/>
        </p:nvSpPr>
        <p:spPr>
          <a:xfrm xmlns:a="http://schemas.openxmlformats.org/drawingml/2006/main">
            <a:off x="5810250" y="23050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F161D5"/>
                </a:solidFill>
              </a:defRPr>
            </a:defPPr>
            <a:lvl1pPr algn="l">
              <a:defRPr sz="1275" b="1">
                <a:solidFill>
                  <a:srgbClr val="F161D5"/>
                </a:solidFill>
              </a:defRPr>
            </a:lvl1pPr>
            <a:lvl2pPr algn="l">
              <a:defRPr sz="1275" b="1">
                <a:solidFill>
                  <a:srgbClr val="F161D5"/>
                </a:solidFill>
              </a:defRPr>
            </a:lvl2pPr>
            <a:lvl3pPr algn="l">
              <a:defRPr sz="1275" b="1">
                <a:solidFill>
                  <a:srgbClr val="F161D5"/>
                </a:solidFill>
              </a:defRPr>
            </a:lvl3pPr>
            <a:lvl4pPr algn="l">
              <a:defRPr sz="1275" b="1">
                <a:solidFill>
                  <a:srgbClr val="F161D5"/>
                </a:solidFill>
              </a:defRPr>
            </a:lvl4pPr>
            <a:lvl5pPr algn="l">
              <a:defRPr sz="1275" b="1">
                <a:solidFill>
                  <a:srgbClr val="F161D5"/>
                </a:solidFill>
              </a:defRPr>
            </a:lvl5pPr>
            <a:lvl6pPr algn="l">
              <a:defRPr sz="1275" b="1">
                <a:solidFill>
                  <a:srgbClr val="F161D5"/>
                </a:solidFill>
              </a:defRPr>
            </a:lvl6pPr>
            <a:lvl7pPr algn="l">
              <a:defRPr sz="1275" b="1">
                <a:solidFill>
                  <a:srgbClr val="F161D5"/>
                </a:solidFill>
              </a:defRPr>
            </a:lvl7pPr>
            <a:lvl8pPr algn="l">
              <a:defRPr sz="1275" b="1">
                <a:solidFill>
                  <a:srgbClr val="F161D5"/>
                </a:solidFill>
              </a:defRPr>
            </a:lvl8pPr>
            <a:lvl9pPr algn="l">
              <a:defRPr sz="1275" b="1">
                <a:solidFill>
                  <a:srgbClr val="F161D5"/>
                </a:solidFill>
              </a:defRPr>
            </a:lvl9pPr>
          </a:lstStyle>
          <a:p xmlns:a="http://schemas.openxmlformats.org/drawingml/2006/main">
            <a:pPr algn="l">
              <a:defRPr sz="1275" b="1">
                <a:solidFill>
                  <a:srgbClr val="F161D5"/>
                </a:solidFill>
              </a:defRPr>
            </a:pPr>
            <a:r>
              <a:rPr sz="1275" b="1">
                <a:solidFill>
                  <a:srgbClr val="F161D5"/>
                </a:solidFill>
              </a:rPr>
              <a:t>ノズル口</a:t>
            </a:r>
          </a:p>
        </p:txBody>
      </p:sp>
      <p:sp>
        <p:nvSpPr>
          <p:cNvPr id="16" name="">
            <a:extLst xmlns:a="http://schemas.openxmlformats.org/drawingml/2006/main">
              <a:ext uri="{FF2B5EF4-FFF2-40B4-BE49-F238E27FC236}">
                <a16:creationId xmlns:a16="http://schemas.microsoft.com/office/drawing/2014/main" id="{FAB8E8C5-D539-44DD-A36B-748BC63CED75}"/>
              </a:ext>
            </a:extLst>
          </p:cNvPr>
          <p:cNvSpPr>
            <a:spLocks xmlns:a="http://schemas.openxmlformats.org/drawingml/2006/main" noGrp="1"/>
          </p:cNvSpPr>
          <p:nvPr/>
        </p:nvSpPr>
        <p:spPr>
          <a:xfrm xmlns:a="http://schemas.openxmlformats.org/drawingml/2006/main">
            <a:off x="6162675" y="2838450"/>
            <a:ext cx="685800" cy="685800"/>
          </a:xfrm>
          <a:prstGeom xmlns:a="http://schemas.openxmlformats.org/drawingml/2006/main" prst="ellipse">
            <a:avLst/>
          </a:prstGeom>
          <a:solidFill xmlns:a="http://schemas.openxmlformats.org/drawingml/2006/main">
            <a:srgbClr val="F161D5"/>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4B886B1D-3A8F-4762-ACF4-7A131A418265}"/>
              </a:ext>
            </a:extLst>
          </p:cNvPr>
          <p:cNvSpPr>
            <a:spLocks xmlns:a="http://schemas.openxmlformats.org/drawingml/2006/main" noGrp="1"/>
          </p:cNvSpPr>
          <p:nvPr/>
        </p:nvSpPr>
        <p:spPr>
          <a:xfrm xmlns:a="http://schemas.openxmlformats.org/drawingml/2006/main">
            <a:off x="6191250" y="3676650"/>
            <a:ext cx="628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1">
                <a:solidFill>
                  <a:srgbClr val="F161D5"/>
                </a:solidFill>
              </a:defRPr>
            </a:defPPr>
            <a:lvl1pPr algn="ctr">
              <a:defRPr sz="1125" b="1">
                <a:solidFill>
                  <a:srgbClr val="F161D5"/>
                </a:solidFill>
              </a:defRPr>
            </a:lvl1pPr>
            <a:lvl2pPr algn="ctr">
              <a:defRPr sz="1125" b="1">
                <a:solidFill>
                  <a:srgbClr val="F161D5"/>
                </a:solidFill>
              </a:defRPr>
            </a:lvl2pPr>
            <a:lvl3pPr algn="ctr">
              <a:defRPr sz="1125" b="1">
                <a:solidFill>
                  <a:srgbClr val="F161D5"/>
                </a:solidFill>
              </a:defRPr>
            </a:lvl3pPr>
            <a:lvl4pPr algn="ctr">
              <a:defRPr sz="1125" b="1">
                <a:solidFill>
                  <a:srgbClr val="F161D5"/>
                </a:solidFill>
              </a:defRPr>
            </a:lvl4pPr>
            <a:lvl5pPr algn="ctr">
              <a:defRPr sz="1125" b="1">
                <a:solidFill>
                  <a:srgbClr val="F161D5"/>
                </a:solidFill>
              </a:defRPr>
            </a:lvl5pPr>
            <a:lvl6pPr algn="ctr">
              <a:defRPr sz="1125" b="1">
                <a:solidFill>
                  <a:srgbClr val="F161D5"/>
                </a:solidFill>
              </a:defRPr>
            </a:lvl6pPr>
            <a:lvl7pPr algn="ctr">
              <a:defRPr sz="1125" b="1">
                <a:solidFill>
                  <a:srgbClr val="F161D5"/>
                </a:solidFill>
              </a:defRPr>
            </a:lvl7pPr>
            <a:lvl8pPr algn="ctr">
              <a:defRPr sz="1125" b="1">
                <a:solidFill>
                  <a:srgbClr val="F161D5"/>
                </a:solidFill>
              </a:defRPr>
            </a:lvl8pPr>
            <a:lvl9pPr algn="ctr">
              <a:defRPr sz="1125" b="1">
                <a:solidFill>
                  <a:srgbClr val="F161D5"/>
                </a:solidFill>
              </a:defRPr>
            </a:lvl9pPr>
          </a:lstStyle>
          <a:p xmlns:a="http://schemas.openxmlformats.org/drawingml/2006/main">
            <a:pPr algn="ctr">
              <a:defRPr sz="1125" b="1">
                <a:solidFill>
                  <a:srgbClr val="F161D5"/>
                </a:solidFill>
              </a:defRPr>
            </a:pPr>
            <a:r>
              <a:rPr sz="1125" b="1">
                <a:solidFill>
                  <a:srgbClr val="F161D5"/>
                </a:solidFill>
              </a:rPr>
              <a:t>現在</a:t>
            </a:r>
          </a:p>
        </p:txBody>
      </p:sp>
      <p:sp>
        <p:nvSpPr>
          <p:cNvPr id="18" name="">
            <a:extLst xmlns:a="http://schemas.openxmlformats.org/drawingml/2006/main">
              <a:ext uri="{FF2B5EF4-FFF2-40B4-BE49-F238E27FC236}">
                <a16:creationId xmlns:a16="http://schemas.microsoft.com/office/drawing/2014/main" id="{61EB66CA-14F6-4E19-BCF3-EB0EAA13809A}"/>
              </a:ext>
            </a:extLst>
          </p:cNvPr>
          <p:cNvSpPr>
            <a:spLocks xmlns:a="http://schemas.openxmlformats.org/drawingml/2006/main" noGrp="1"/>
          </p:cNvSpPr>
          <p:nvPr/>
        </p:nvSpPr>
        <p:spPr>
          <a:xfrm xmlns:a="http://schemas.openxmlformats.org/drawingml/2006/main">
            <a:off x="6743700" y="3009900"/>
            <a:ext cx="1162050" cy="361950"/>
          </a:xfrm>
          <a:prstGeom xmlns:a="http://schemas.openxmlformats.org/drawingml/2006/main" prst="roundRect">
            <a:avLst>
              <a:gd name="adj" fmla="val 21053"/>
            </a:avLst>
          </a:prstGeom>
          <a:solidFill xmlns:a="http://schemas.openxmlformats.org/drawingml/2006/main">
            <a:srgbClr val="8D72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B683AD1-B1D3-4277-899B-8832F4914A9A}"/>
              </a:ext>
            </a:extLst>
          </p:cNvPr>
          <p:cNvSpPr>
            <a:spLocks xmlns:a="http://schemas.openxmlformats.org/drawingml/2006/main" noGrp="1"/>
          </p:cNvSpPr>
          <p:nvPr/>
        </p:nvSpPr>
        <p:spPr>
          <a:xfrm xmlns:a="http://schemas.openxmlformats.org/drawingml/2006/main">
            <a:off x="7772400" y="3219450"/>
            <a:ext cx="1200150" cy="285750"/>
          </a:xfrm>
          <a:prstGeom xmlns:a="http://schemas.openxmlformats.org/drawingml/2006/main" prst="roundRect">
            <a:avLst>
              <a:gd name="adj" fmla="val 26667"/>
            </a:avLst>
          </a:prstGeom>
          <a:solidFill xmlns:a="http://schemas.openxmlformats.org/drawingml/2006/main">
            <a:srgbClr val="39D7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65B2D93-F121-4E78-9ADC-FD7E7E0A9E0D}"/>
              </a:ext>
            </a:extLst>
          </p:cNvPr>
          <p:cNvSpPr>
            <a:spLocks xmlns:a="http://schemas.openxmlformats.org/drawingml/2006/main" noGrp="1"/>
          </p:cNvSpPr>
          <p:nvPr/>
        </p:nvSpPr>
        <p:spPr>
          <a:xfrm xmlns:a="http://schemas.openxmlformats.org/drawingml/2006/main">
            <a:off x="8867775" y="3400425"/>
            <a:ext cx="990600" cy="209550"/>
          </a:xfrm>
          <a:prstGeom xmlns:a="http://schemas.openxmlformats.org/drawingml/2006/main" prst="roundRect">
            <a:avLst>
              <a:gd name="adj" fmla="val 36364"/>
            </a:avLst>
          </a:prstGeom>
          <a:solidFill xmlns:a="http://schemas.openxmlformats.org/drawingml/2006/main">
            <a:srgbClr val="39D7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4D3B273-BCE0-42DB-B3FF-4F1E57B3858A}"/>
              </a:ext>
            </a:extLst>
          </p:cNvPr>
          <p:cNvSpPr>
            <a:spLocks xmlns:a="http://schemas.openxmlformats.org/drawingml/2006/main" noGrp="1"/>
          </p:cNvSpPr>
          <p:nvPr/>
        </p:nvSpPr>
        <p:spPr>
          <a:xfrm xmlns:a="http://schemas.openxmlformats.org/drawingml/2006/main">
            <a:off x="9772650" y="3552825"/>
            <a:ext cx="666750" cy="133350"/>
          </a:xfrm>
          <a:prstGeom xmlns:a="http://schemas.openxmlformats.org/drawingml/2006/main" prst="roundRect">
            <a:avLst>
              <a:gd name="adj" fmla="val 50000"/>
            </a:avLst>
          </a:prstGeom>
          <a:solidFill xmlns:a="http://schemas.openxmlformats.org/drawingml/2006/main">
            <a:srgbClr val="6DE0B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83D35CC-E1D9-4BBB-B25B-B9F086BD857F}"/>
              </a:ext>
            </a:extLst>
          </p:cNvPr>
          <p:cNvSpPr>
            <a:spLocks xmlns:a="http://schemas.openxmlformats.org/drawingml/2006/main" noGrp="1"/>
          </p:cNvSpPr>
          <p:nvPr/>
        </p:nvSpPr>
        <p:spPr>
          <a:xfrm xmlns:a="http://schemas.openxmlformats.org/drawingml/2006/main">
            <a:off x="7253288" y="3119438"/>
            <a:ext cx="142875" cy="14287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C5C038D-CB35-44D4-A94D-BD131F62F91A}"/>
              </a:ext>
            </a:extLst>
          </p:cNvPr>
          <p:cNvSpPr>
            <a:spLocks xmlns:a="http://schemas.openxmlformats.org/drawingml/2006/main" noGrp="1"/>
          </p:cNvSpPr>
          <p:nvPr/>
        </p:nvSpPr>
        <p:spPr>
          <a:xfrm xmlns:a="http://schemas.openxmlformats.org/drawingml/2006/main">
            <a:off x="8320088" y="3300413"/>
            <a:ext cx="123825" cy="12382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BC37529-3A85-4841-A4BF-C6BAED3A53CA}"/>
              </a:ext>
            </a:extLst>
          </p:cNvPr>
          <p:cNvSpPr>
            <a:spLocks xmlns:a="http://schemas.openxmlformats.org/drawingml/2006/main" noGrp="1"/>
          </p:cNvSpPr>
          <p:nvPr/>
        </p:nvSpPr>
        <p:spPr>
          <a:xfrm xmlns:a="http://schemas.openxmlformats.org/drawingml/2006/main">
            <a:off x="9320213" y="3452813"/>
            <a:ext cx="104775" cy="10477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2E3C215-CDC1-4E41-8115-2AD7345947F7}"/>
              </a:ext>
            </a:extLst>
          </p:cNvPr>
          <p:cNvSpPr>
            <a:spLocks xmlns:a="http://schemas.openxmlformats.org/drawingml/2006/main" noGrp="1"/>
          </p:cNvSpPr>
          <p:nvPr/>
        </p:nvSpPr>
        <p:spPr>
          <a:xfrm xmlns:a="http://schemas.openxmlformats.org/drawingml/2006/main">
            <a:off x="10058400" y="3581400"/>
            <a:ext cx="76200" cy="762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5497199-B8C9-4EA9-8BA3-BAE58A0485D6}"/>
              </a:ext>
            </a:extLst>
          </p:cNvPr>
          <p:cNvSpPr>
            <a:spLocks xmlns:a="http://schemas.openxmlformats.org/drawingml/2006/main" noGrp="1"/>
          </p:cNvSpPr>
          <p:nvPr/>
        </p:nvSpPr>
        <p:spPr>
          <a:xfrm xmlns:a="http://schemas.openxmlformats.org/drawingml/2006/main">
            <a:off x="6438900" y="43529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FFFFFF"/>
                </a:solidFill>
              </a:defRPr>
            </a:defPPr>
            <a:lvl1pPr algn="ctr">
              <a:defRPr sz="1350" b="1">
                <a:solidFill>
                  <a:srgbClr val="FFFFFF"/>
                </a:solidFill>
              </a:defRPr>
            </a:lvl1pPr>
            <a:lvl2pPr algn="ctr">
              <a:defRPr sz="1350" b="1">
                <a:solidFill>
                  <a:srgbClr val="FFFFFF"/>
                </a:solidFill>
              </a:defRPr>
            </a:lvl2pPr>
            <a:lvl3pPr algn="ctr">
              <a:defRPr sz="1350" b="1">
                <a:solidFill>
                  <a:srgbClr val="FFFFFF"/>
                </a:solidFill>
              </a:defRPr>
            </a:lvl3pPr>
            <a:lvl4pPr algn="ctr">
              <a:defRPr sz="1350" b="1">
                <a:solidFill>
                  <a:srgbClr val="FFFFFF"/>
                </a:solidFill>
              </a:defRPr>
            </a:lvl4pPr>
            <a:lvl5pPr algn="ctr">
              <a:defRPr sz="1350" b="1">
                <a:solidFill>
                  <a:srgbClr val="FFFFFF"/>
                </a:solidFill>
              </a:defRPr>
            </a:lvl5pPr>
            <a:lvl6pPr algn="ctr">
              <a:defRPr sz="1350" b="1">
                <a:solidFill>
                  <a:srgbClr val="FFFFFF"/>
                </a:solidFill>
              </a:defRPr>
            </a:lvl6pPr>
            <a:lvl7pPr algn="ctr">
              <a:defRPr sz="1350" b="1">
                <a:solidFill>
                  <a:srgbClr val="FFFFFF"/>
                </a:solidFill>
              </a:defRPr>
            </a:lvl7pPr>
            <a:lvl8pPr algn="ctr">
              <a:defRPr sz="1350" b="1">
                <a:solidFill>
                  <a:srgbClr val="FFFFFF"/>
                </a:solidFill>
              </a:defRPr>
            </a:lvl8pPr>
            <a:lvl9pPr algn="ctr">
              <a:defRPr sz="1350" b="1">
                <a:solidFill>
                  <a:srgbClr val="FFFFFF"/>
                </a:solidFill>
              </a:defRPr>
            </a:lvl9pPr>
          </a:lstStyle>
          <a:p xmlns:a="http://schemas.openxmlformats.org/drawingml/2006/main">
            <a:pPr algn="ctr">
              <a:defRPr sz="1350" b="1">
                <a:solidFill>
                  <a:srgbClr val="FFFFFF"/>
                </a:solidFill>
              </a:defRPr>
            </a:pPr>
            <a:r>
              <a:rPr sz="1350" b="1">
                <a:solidFill>
                  <a:srgbClr val="FFFFFF"/>
                </a:solidFill>
              </a:rPr>
              <a:t>新しい点ほど太く明るい</a:t>
            </a:r>
          </a:p>
        </p:txBody>
      </p:sp>
      <p:sp>
        <p:nvSpPr>
          <p:cNvPr id="27" name="">
            <a:extLst xmlns:a="http://schemas.openxmlformats.org/drawingml/2006/main">
              <a:ext uri="{FF2B5EF4-FFF2-40B4-BE49-F238E27FC236}">
                <a16:creationId xmlns:a16="http://schemas.microsoft.com/office/drawing/2014/main" id="{71986AAA-E628-45CF-9B6E-6A369AA4C577}"/>
              </a:ext>
            </a:extLst>
          </p:cNvPr>
          <p:cNvSpPr>
            <a:spLocks xmlns:a="http://schemas.openxmlformats.org/drawingml/2006/main" noGrp="1"/>
          </p:cNvSpPr>
          <p:nvPr/>
        </p:nvSpPr>
        <p:spPr>
          <a:xfrm xmlns:a="http://schemas.openxmlformats.org/drawingml/2006/main">
            <a:off x="8477250" y="43529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0">
                <a:solidFill>
                  <a:srgbClr val="A8C1D1"/>
                </a:solidFill>
              </a:defRPr>
            </a:defPPr>
            <a:lvl1pPr algn="ctr">
              <a:defRPr sz="1350" b="0">
                <a:solidFill>
                  <a:srgbClr val="A8C1D1"/>
                </a:solidFill>
              </a:defRPr>
            </a:lvl1pPr>
            <a:lvl2pPr algn="ctr">
              <a:defRPr sz="1350" b="0">
                <a:solidFill>
                  <a:srgbClr val="A8C1D1"/>
                </a:solidFill>
              </a:defRPr>
            </a:lvl2pPr>
            <a:lvl3pPr algn="ctr">
              <a:defRPr sz="1350" b="0">
                <a:solidFill>
                  <a:srgbClr val="A8C1D1"/>
                </a:solidFill>
              </a:defRPr>
            </a:lvl3pPr>
            <a:lvl4pPr algn="ctr">
              <a:defRPr sz="1350" b="0">
                <a:solidFill>
                  <a:srgbClr val="A8C1D1"/>
                </a:solidFill>
              </a:defRPr>
            </a:lvl4pPr>
            <a:lvl5pPr algn="ctr">
              <a:defRPr sz="1350" b="0">
                <a:solidFill>
                  <a:srgbClr val="A8C1D1"/>
                </a:solidFill>
              </a:defRPr>
            </a:lvl5pPr>
            <a:lvl6pPr algn="ctr">
              <a:defRPr sz="1350" b="0">
                <a:solidFill>
                  <a:srgbClr val="A8C1D1"/>
                </a:solidFill>
              </a:defRPr>
            </a:lvl6pPr>
            <a:lvl7pPr algn="ctr">
              <a:defRPr sz="1350" b="0">
                <a:solidFill>
                  <a:srgbClr val="A8C1D1"/>
                </a:solidFill>
              </a:defRPr>
            </a:lvl7pPr>
            <a:lvl8pPr algn="ctr">
              <a:defRPr sz="1350" b="0">
                <a:solidFill>
                  <a:srgbClr val="A8C1D1"/>
                </a:solidFill>
              </a:defRPr>
            </a:lvl8pPr>
            <a:lvl9pPr algn="ctr">
              <a:defRPr sz="1350" b="0">
                <a:solidFill>
                  <a:srgbClr val="A8C1D1"/>
                </a:solidFill>
              </a:defRPr>
            </a:lvl9pPr>
          </a:lstStyle>
          <a:p xmlns:a="http://schemas.openxmlformats.org/drawingml/2006/main">
            <a:pPr algn="ctr">
              <a:defRPr sz="1350" b="0">
                <a:solidFill>
                  <a:srgbClr val="A8C1D1"/>
                </a:solidFill>
              </a:defRPr>
            </a:pPr>
            <a:r>
              <a:rPr sz="1350" b="0">
                <a:solidFill>
                  <a:srgbClr val="A8C1D1"/>
                </a:solidFill>
              </a:rPr>
              <a:t>過去ほど細く透明になる</a:t>
            </a:r>
          </a:p>
        </p:txBody>
      </p:sp>
      <p:sp>
        <p:nvSpPr>
          <p:cNvPr id="28" name="">
            <a:extLst xmlns:a="http://schemas.openxmlformats.org/drawingml/2006/main">
              <a:ext uri="{FF2B5EF4-FFF2-40B4-BE49-F238E27FC236}">
                <a16:creationId xmlns:a16="http://schemas.microsoft.com/office/drawing/2014/main" id="{37D02599-1CFA-4741-B018-76D54E03E0D7}"/>
              </a:ext>
            </a:extLst>
          </p:cNvPr>
          <p:cNvSpPr>
            <a:spLocks xmlns:a="http://schemas.openxmlformats.org/drawingml/2006/main" noGrp="1"/>
          </p:cNvSpPr>
          <p:nvPr/>
        </p:nvSpPr>
        <p:spPr>
          <a:xfrm xmlns:a="http://schemas.openxmlformats.org/drawingml/2006/main">
            <a:off x="1047750" y="5905500"/>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6DE0B2"/>
                </a:solidFill>
              </a:defRPr>
            </a:defPPr>
            <a:lvl1pPr algn="ctr">
              <a:defRPr sz="1500" b="1">
                <a:solidFill>
                  <a:srgbClr val="6DE0B2"/>
                </a:solidFill>
              </a:defRPr>
            </a:lvl1pPr>
            <a:lvl2pPr algn="ctr">
              <a:defRPr sz="1500" b="1">
                <a:solidFill>
                  <a:srgbClr val="6DE0B2"/>
                </a:solidFill>
              </a:defRPr>
            </a:lvl2pPr>
            <a:lvl3pPr algn="ctr">
              <a:defRPr sz="1500" b="1">
                <a:solidFill>
                  <a:srgbClr val="6DE0B2"/>
                </a:solidFill>
              </a:defRPr>
            </a:lvl3pPr>
            <a:lvl4pPr algn="ctr">
              <a:defRPr sz="1500" b="1">
                <a:solidFill>
                  <a:srgbClr val="6DE0B2"/>
                </a:solidFill>
              </a:defRPr>
            </a:lvl4pPr>
            <a:lvl5pPr algn="ctr">
              <a:defRPr sz="1500" b="1">
                <a:solidFill>
                  <a:srgbClr val="6DE0B2"/>
                </a:solidFill>
              </a:defRPr>
            </a:lvl5pPr>
            <a:lvl6pPr algn="ctr">
              <a:defRPr sz="1500" b="1">
                <a:solidFill>
                  <a:srgbClr val="6DE0B2"/>
                </a:solidFill>
              </a:defRPr>
            </a:lvl6pPr>
            <a:lvl7pPr algn="ctr">
              <a:defRPr sz="1500" b="1">
                <a:solidFill>
                  <a:srgbClr val="6DE0B2"/>
                </a:solidFill>
              </a:defRPr>
            </a:lvl7pPr>
            <a:lvl8pPr algn="ctr">
              <a:defRPr sz="1500" b="1">
                <a:solidFill>
                  <a:srgbClr val="6DE0B2"/>
                </a:solidFill>
              </a:defRPr>
            </a:lvl8pPr>
            <a:lvl9pPr algn="ctr">
              <a:defRPr sz="1500" b="1">
                <a:solidFill>
                  <a:srgbClr val="6DE0B2"/>
                </a:solidFill>
              </a:defRPr>
            </a:lvl9pPr>
          </a:lstStyle>
          <a:p xmlns:a="http://schemas.openxmlformats.org/drawingml/2006/main">
            <a:pPr algn="ctr">
              <a:defRPr sz="1500" b="1">
                <a:solidFill>
                  <a:srgbClr val="6DE0B2"/>
                </a:solidFill>
              </a:defRPr>
            </a:pPr>
            <a:r>
              <a:rPr sz="1500" b="1">
                <a:solidFill>
                  <a:srgbClr val="6DE0B2"/>
                </a:solidFill>
              </a:rPr>
              <a:t>距離ベースで点を追加するため、速度やFPSが変わっても帯の密度が安定する</a:t>
            </a:r>
          </a:p>
        </p:txBody>
      </p:sp>
    </p:spTree>
    <p:extLst>
      <p:ext uri="{BB962C8B-B14F-4D97-AF65-F5344CB8AC3E}">
        <p14:creationId xmlns:p14="http://schemas.microsoft.com/office/powerpoint/2010/main" val="234684707"/>
      </p:ext>
    </p:extLst>
  </p:cSld>
</p:sld>
</file>

<file path=ppt/slides/slide7.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5CE3AC3-FEF5-41F0-AEA8-DB009397B9C2}"/>
              </a:ext>
            </a:extLst>
          </p:cNvPr>
          <p:cNvSpPr>
            <a:spLocks xmlns:a="http://schemas.openxmlformats.org/drawingml/2006/main" noGrp="1"/>
          </p:cNvSpPr>
          <p:nvPr/>
        </p:nvSpPr>
        <p:spPr>
          <a:xfrm xmlns:a="http://schemas.openxmlformats.org/drawingml/2006/main">
            <a:off x="647700" y="4000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a:solidFill>
                  <a:srgbClr val="FFFFFF"/>
                </a:solidFill>
              </a:defRPr>
            </a:defPPr>
            <a:lvl1pPr algn="l">
              <a:defRPr sz="2475" b="1">
                <a:solidFill>
                  <a:srgbClr val="FFFFFF"/>
                </a:solidFill>
              </a:defRPr>
            </a:lvl1pPr>
            <a:lvl2pPr algn="l">
              <a:defRPr sz="2475" b="1">
                <a:solidFill>
                  <a:srgbClr val="FFFFFF"/>
                </a:solidFill>
              </a:defRPr>
            </a:lvl2pPr>
            <a:lvl3pPr algn="l">
              <a:defRPr sz="2475" b="1">
                <a:solidFill>
                  <a:srgbClr val="FFFFFF"/>
                </a:solidFill>
              </a:defRPr>
            </a:lvl3pPr>
            <a:lvl4pPr algn="l">
              <a:defRPr sz="2475" b="1">
                <a:solidFill>
                  <a:srgbClr val="FFFFFF"/>
                </a:solidFill>
              </a:defRPr>
            </a:lvl4pPr>
            <a:lvl5pPr algn="l">
              <a:defRPr sz="2475" b="1">
                <a:solidFill>
                  <a:srgbClr val="FFFFFF"/>
                </a:solidFill>
              </a:defRPr>
            </a:lvl5pPr>
            <a:lvl6pPr algn="l">
              <a:defRPr sz="2475" b="1">
                <a:solidFill>
                  <a:srgbClr val="FFFFFF"/>
                </a:solidFill>
              </a:defRPr>
            </a:lvl6pPr>
            <a:lvl7pPr algn="l">
              <a:defRPr sz="2475" b="1">
                <a:solidFill>
                  <a:srgbClr val="FFFFFF"/>
                </a:solidFill>
              </a:defRPr>
            </a:lvl7pPr>
            <a:lvl8pPr algn="l">
              <a:defRPr sz="2475" b="1">
                <a:solidFill>
                  <a:srgbClr val="FFFFFF"/>
                </a:solidFill>
              </a:defRPr>
            </a:lvl8pPr>
            <a:lvl9pPr algn="l">
              <a:defRPr sz="2475" b="1">
                <a:solidFill>
                  <a:srgbClr val="FFFFFF"/>
                </a:solidFill>
              </a:defRPr>
            </a:lvl9pPr>
          </a:lstStyle>
          <a:p xmlns:a="http://schemas.openxmlformats.org/drawingml/2006/main">
            <a:pPr algn="l">
              <a:defRPr sz="2475" b="1">
                <a:solidFill>
                  <a:srgbClr val="FFFFFF"/>
                </a:solidFill>
              </a:defRPr>
            </a:pPr>
            <a:r>
              <a:rPr sz="2475" b="1">
                <a:solidFill>
                  <a:srgbClr val="FFFFFF"/>
                </a:solidFill>
              </a:rPr>
              <a:t>実装動画：リボントレイル</a:t>
            </a:r>
          </a:p>
        </p:txBody>
      </p:sp>
      <p:sp>
        <p:nvSpPr>
          <p:cNvPr id="2" name="">
            <a:extLst xmlns:a="http://schemas.openxmlformats.org/drawingml/2006/main">
              <a:ext uri="{FF2B5EF4-FFF2-40B4-BE49-F238E27FC236}">
                <a16:creationId xmlns:a16="http://schemas.microsoft.com/office/drawing/2014/main" id="{9C202AA9-E4E5-4238-850B-D7B86A1E8FB1}"/>
              </a:ext>
            </a:extLst>
          </p:cNvPr>
          <p:cNvSpPr>
            <a:spLocks xmlns:a="http://schemas.openxmlformats.org/drawingml/2006/main" noGrp="1"/>
          </p:cNvSpPr>
          <p:nvPr/>
        </p:nvSpPr>
        <p:spPr>
          <a:xfrm xmlns:a="http://schemas.openxmlformats.org/drawingml/2006/main">
            <a:off x="10877550" y="4953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39D7FF"/>
                </a:solidFill>
              </a:defRPr>
            </a:defPPr>
            <a:lvl1pPr algn="r">
              <a:defRPr sz="1050" b="1">
                <a:solidFill>
                  <a:srgbClr val="39D7FF"/>
                </a:solidFill>
              </a:defRPr>
            </a:lvl1pPr>
            <a:lvl2pPr algn="r">
              <a:defRPr sz="1050" b="1">
                <a:solidFill>
                  <a:srgbClr val="39D7FF"/>
                </a:solidFill>
              </a:defRPr>
            </a:lvl2pPr>
            <a:lvl3pPr algn="r">
              <a:defRPr sz="1050" b="1">
                <a:solidFill>
                  <a:srgbClr val="39D7FF"/>
                </a:solidFill>
              </a:defRPr>
            </a:lvl3pPr>
            <a:lvl4pPr algn="r">
              <a:defRPr sz="1050" b="1">
                <a:solidFill>
                  <a:srgbClr val="39D7FF"/>
                </a:solidFill>
              </a:defRPr>
            </a:lvl4pPr>
            <a:lvl5pPr algn="r">
              <a:defRPr sz="1050" b="1">
                <a:solidFill>
                  <a:srgbClr val="39D7FF"/>
                </a:solidFill>
              </a:defRPr>
            </a:lvl5pPr>
            <a:lvl6pPr algn="r">
              <a:defRPr sz="1050" b="1">
                <a:solidFill>
                  <a:srgbClr val="39D7FF"/>
                </a:solidFill>
              </a:defRPr>
            </a:lvl6pPr>
            <a:lvl7pPr algn="r">
              <a:defRPr sz="1050" b="1">
                <a:solidFill>
                  <a:srgbClr val="39D7FF"/>
                </a:solidFill>
              </a:defRPr>
            </a:lvl7pPr>
            <a:lvl8pPr algn="r">
              <a:defRPr sz="1050" b="1">
                <a:solidFill>
                  <a:srgbClr val="39D7FF"/>
                </a:solidFill>
              </a:defRPr>
            </a:lvl8pPr>
            <a:lvl9pPr algn="r">
              <a:defRPr sz="1050" b="1">
                <a:solidFill>
                  <a:srgbClr val="39D7FF"/>
                </a:solidFill>
              </a:defRPr>
            </a:lvl9pPr>
          </a:lstStyle>
          <a:p xmlns:a="http://schemas.openxmlformats.org/drawingml/2006/main">
            <a:pPr algn="r">
              <a:defRPr sz="1050" b="1">
                <a:solidFill>
                  <a:srgbClr val="39D7FF"/>
                </a:solidFill>
              </a:defRPr>
            </a:pPr>
            <a:r>
              <a:rPr sz="1050" b="1">
                <a:solidFill>
                  <a:srgbClr val="39D7FF"/>
                </a:solidFill>
              </a:rPr>
              <a:t>07</a:t>
            </a:r>
          </a:p>
        </p:txBody>
      </p:sp>
      <p:sp>
        <p:nvSpPr>
          <p:cNvPr id="3" name="">
            <a:extLst xmlns:a="http://schemas.openxmlformats.org/drawingml/2006/main">
              <a:ext uri="{FF2B5EF4-FFF2-40B4-BE49-F238E27FC236}">
                <a16:creationId xmlns:a16="http://schemas.microsoft.com/office/drawing/2014/main" id="{972F57AE-E0BE-40B8-8F01-7A35C22E5283}"/>
              </a:ext>
            </a:extLst>
          </p:cNvPr>
          <p:cNvSpPr>
            <a:spLocks xmlns:a="http://schemas.openxmlformats.org/drawingml/2006/main" noGrp="1"/>
          </p:cNvSpPr>
          <p:nvPr/>
        </p:nvSpPr>
        <p:spPr>
          <a:xfrm xmlns:a="http://schemas.openxmlformats.org/drawingml/2006/main">
            <a:off x="647700" y="1000125"/>
            <a:ext cx="10896600" cy="190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8D28265-62D2-42B2-A340-D85A8684B181}"/>
              </a:ext>
            </a:extLst>
          </p:cNvPr>
          <p:cNvSpPr>
            <a:spLocks xmlns:a="http://schemas.openxmlformats.org/drawingml/2006/main" noGrp="1"/>
          </p:cNvSpPr>
          <p:nvPr/>
        </p:nvSpPr>
        <p:spPr>
          <a:xfrm xmlns:a="http://schemas.openxmlformats.org/drawingml/2006/main">
            <a:off x="666750" y="12763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FFFFFF"/>
                </a:solidFill>
              </a:defRPr>
            </a:defPPr>
            <a:lvl1pPr algn="l">
              <a:defRPr sz="1650" b="1">
                <a:solidFill>
                  <a:srgbClr val="FFFFFF"/>
                </a:solidFill>
              </a:defRPr>
            </a:lvl1pPr>
            <a:lvl2pPr algn="l">
              <a:defRPr sz="1650" b="1">
                <a:solidFill>
                  <a:srgbClr val="FFFFFF"/>
                </a:solidFill>
              </a:defRPr>
            </a:lvl2pPr>
            <a:lvl3pPr algn="l">
              <a:defRPr sz="1650" b="1">
                <a:solidFill>
                  <a:srgbClr val="FFFFFF"/>
                </a:solidFill>
              </a:defRPr>
            </a:lvl3pPr>
            <a:lvl4pPr algn="l">
              <a:defRPr sz="1650" b="1">
                <a:solidFill>
                  <a:srgbClr val="FFFFFF"/>
                </a:solidFill>
              </a:defRPr>
            </a:lvl4pPr>
            <a:lvl5pPr algn="l">
              <a:defRPr sz="1650" b="1">
                <a:solidFill>
                  <a:srgbClr val="FFFFFF"/>
                </a:solidFill>
              </a:defRPr>
            </a:lvl5pPr>
            <a:lvl6pPr algn="l">
              <a:defRPr sz="1650" b="1">
                <a:solidFill>
                  <a:srgbClr val="FFFFFF"/>
                </a:solidFill>
              </a:defRPr>
            </a:lvl6pPr>
            <a:lvl7pPr algn="l">
              <a:defRPr sz="1650" b="1">
                <a:solidFill>
                  <a:srgbClr val="FFFFFF"/>
                </a:solidFill>
              </a:defRPr>
            </a:lvl7pPr>
            <a:lvl8pPr algn="l">
              <a:defRPr sz="1650" b="1">
                <a:solidFill>
                  <a:srgbClr val="FFFFFF"/>
                </a:solidFill>
              </a:defRPr>
            </a:lvl8pPr>
            <a:lvl9pPr algn="l">
              <a:defRPr sz="1650" b="1">
                <a:solidFill>
                  <a:srgbClr val="FFFFFF"/>
                </a:solidFill>
              </a:defRPr>
            </a:lvl9pPr>
          </a:lstStyle>
          <a:p xmlns:a="http://schemas.openxmlformats.org/drawingml/2006/main">
            <a:pPr algn="l">
              <a:defRPr sz="1650" b="1">
                <a:solidFill>
                  <a:srgbClr val="FFFFFF"/>
                </a:solidFill>
              </a:defRPr>
            </a:pPr>
            <a:r>
              <a:rPr sz="1650" b="1">
                <a:solidFill>
                  <a:srgbClr val="FFFFFF"/>
                </a:solidFill>
              </a:rPr>
              <a:t>実装後の動きで、技術が画面上でどう見えるかを確認する</a:t>
            </a:r>
          </a:p>
        </p:txBody>
      </p:sp>
      <p:sp>
        <p:nvSpPr>
          <p:cNvPr id="5" name="">
            <a:extLst xmlns:a="http://schemas.openxmlformats.org/drawingml/2006/main">
              <a:ext uri="{FF2B5EF4-FFF2-40B4-BE49-F238E27FC236}">
                <a16:creationId xmlns:a16="http://schemas.microsoft.com/office/drawing/2014/main" id="{FAB037C6-055B-486A-99BD-92607DE050DC}"/>
              </a:ext>
            </a:extLst>
          </p:cNvPr>
          <p:cNvSpPr>
            <a:spLocks xmlns:a="http://schemas.openxmlformats.org/drawingml/2006/main" noGrp="1"/>
          </p:cNvSpPr>
          <p:nvPr/>
        </p:nvSpPr>
        <p:spPr>
          <a:xfrm xmlns:a="http://schemas.openxmlformats.org/drawingml/2006/main">
            <a:off x="1619250" y="1905000"/>
            <a:ext cx="8953500" cy="3333750"/>
          </a:xfrm>
          <a:prstGeom xmlns:a="http://schemas.openxmlformats.org/drawingml/2006/main" prst="roundRect">
            <a:avLst>
              <a:gd name="adj" fmla="val 2286"/>
            </a:avLst>
          </a:prstGeom>
          <a:solidFill xmlns:a="http://schemas.openxmlformats.org/drawingml/2006/main">
            <a:srgbClr val="0B2132"/>
          </a:solidFill>
          <a:ln xmlns:a="http://schemas.openxmlformats.org/drawingml/2006/main" w="9525">
            <a:solidFill>
              <a:srgbClr val="F161D5"/>
            </a:solidFill>
            <a:prstDash val="solid"/>
          </a:ln>
        </p:spPr>
      </p:sp>
      <p:pic>
        <p:nvPicPr>
          <p:cNvPr id="6" name="">
            <a:extLst xmlns:a="http://schemas.openxmlformats.org/drawingml/2006/main">
              <a:ext uri="{FF2B5EF4-FFF2-40B4-BE49-F238E27FC236}">
                <a16:creationId xmlns:a16="http://schemas.microsoft.com/office/drawing/2014/main" id="{0743CAD4-D9EA-4B9E-88B7-6C8A40CC6C0E}"/>
              </a:ext>
            </a:extLst>
          </p:cNvPr>
          <p:cNvPicPr>
            <a:picLocks xmlns:a="http://schemas.openxmlformats.org/drawingml/2006/main" noChangeAspect="1"/>
          </p:cNvPicPr>
          <p:nvPr/>
        </p:nvPicPr>
        <p:blipFill>
          <a:blip xmlns:r="http://schemas.openxmlformats.org/officeDocument/2006/relationships" xmlns:a="http://schemas.openxmlformats.org/drawingml/2006/main" r:embed="R3149bab768fd43c7"/>
          <a:srcRect xmlns:a="http://schemas.openxmlformats.org/drawingml/2006/main" l="0" t="15739" r="0" b="15739"/>
          <a:stretch xmlns:a="http://schemas.openxmlformats.org/drawingml/2006/main">
            <a:fillRect l="0" t="0" r="0" b="0"/>
          </a:stretch>
        </p:blipFill>
        <p:spPr>
          <a:xfrm xmlns:a="http://schemas.openxmlformats.org/drawingml/2006/main">
            <a:off x="1647825" y="1933575"/>
            <a:ext cx="8896350" cy="3276600"/>
          </a:xfrm>
          <a:prstGeom xmlns:a="http://schemas.openxmlformats.org/drawingml/2006/main" prst="roundRect">
            <a:avLst>
              <a:gd name="adj" fmla="val 3488"/>
            </a:avLst>
          </a:prstGeom>
        </p:spPr>
      </p:pic>
      <p:sp>
        <p:nvSpPr>
          <p:cNvPr id="7" name="">
            <a:extLst xmlns:a="http://schemas.openxmlformats.org/drawingml/2006/main">
              <a:ext uri="{FF2B5EF4-FFF2-40B4-BE49-F238E27FC236}">
                <a16:creationId xmlns:a16="http://schemas.microsoft.com/office/drawing/2014/main" id="{853EF04D-B26E-4979-B8A1-1CFF00766012}"/>
              </a:ext>
            </a:extLst>
          </p:cNvPr>
          <p:cNvSpPr>
            <a:spLocks xmlns:a="http://schemas.openxmlformats.org/drawingml/2006/main" noGrp="1"/>
          </p:cNvSpPr>
          <p:nvPr/>
        </p:nvSpPr>
        <p:spPr>
          <a:xfrm xmlns:a="http://schemas.openxmlformats.org/drawingml/2006/main">
            <a:off x="1647825" y="1933575"/>
            <a:ext cx="8896350" cy="400050"/>
          </a:xfrm>
          <a:prstGeom xmlns:a="http://schemas.openxmlformats.org/drawingml/2006/main" prst="rect">
            <a:avLst/>
          </a:prstGeom>
          <a:solidFill xmlns:a="http://schemas.openxmlformats.org/drawingml/2006/main">
            <a:srgbClr val="0713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A5F567D-91A5-42B2-8984-B944FE9C0A06}"/>
              </a:ext>
            </a:extLst>
          </p:cNvPr>
          <p:cNvSpPr>
            <a:spLocks xmlns:a="http://schemas.openxmlformats.org/drawingml/2006/main" noGrp="1"/>
          </p:cNvSpPr>
          <p:nvPr/>
        </p:nvSpPr>
        <p:spPr>
          <a:xfrm xmlns:a="http://schemas.openxmlformats.org/drawingml/2006/main">
            <a:off x="1790700" y="200977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F161D5"/>
                </a:solidFill>
              </a:defRPr>
            </a:defPPr>
            <a:lvl1pPr algn="l">
              <a:defRPr sz="900" b="1">
                <a:solidFill>
                  <a:srgbClr val="F161D5"/>
                </a:solidFill>
              </a:defRPr>
            </a:lvl1pPr>
            <a:lvl2pPr algn="l">
              <a:defRPr sz="900" b="1">
                <a:solidFill>
                  <a:srgbClr val="F161D5"/>
                </a:solidFill>
              </a:defRPr>
            </a:lvl2pPr>
            <a:lvl3pPr algn="l">
              <a:defRPr sz="900" b="1">
                <a:solidFill>
                  <a:srgbClr val="F161D5"/>
                </a:solidFill>
              </a:defRPr>
            </a:lvl3pPr>
            <a:lvl4pPr algn="l">
              <a:defRPr sz="900" b="1">
                <a:solidFill>
                  <a:srgbClr val="F161D5"/>
                </a:solidFill>
              </a:defRPr>
            </a:lvl4pPr>
            <a:lvl5pPr algn="l">
              <a:defRPr sz="900" b="1">
                <a:solidFill>
                  <a:srgbClr val="F161D5"/>
                </a:solidFill>
              </a:defRPr>
            </a:lvl5pPr>
            <a:lvl6pPr algn="l">
              <a:defRPr sz="900" b="1">
                <a:solidFill>
                  <a:srgbClr val="F161D5"/>
                </a:solidFill>
              </a:defRPr>
            </a:lvl6pPr>
            <a:lvl7pPr algn="l">
              <a:defRPr sz="900" b="1">
                <a:solidFill>
                  <a:srgbClr val="F161D5"/>
                </a:solidFill>
              </a:defRPr>
            </a:lvl7pPr>
            <a:lvl8pPr algn="l">
              <a:defRPr sz="900" b="1">
                <a:solidFill>
                  <a:srgbClr val="F161D5"/>
                </a:solidFill>
              </a:defRPr>
            </a:lvl8pPr>
            <a:lvl9pPr algn="l">
              <a:defRPr sz="900" b="1">
                <a:solidFill>
                  <a:srgbClr val="F161D5"/>
                </a:solidFill>
              </a:defRPr>
            </a:lvl9pPr>
          </a:lstStyle>
          <a:p xmlns:a="http://schemas.openxmlformats.org/drawingml/2006/main">
            <a:pPr algn="l">
              <a:defRPr sz="900" b="1">
                <a:solidFill>
                  <a:srgbClr val="F161D5"/>
                </a:solidFill>
              </a:defRPr>
            </a:pPr>
            <a:r>
              <a:rPr sz="900" b="1">
                <a:solidFill>
                  <a:srgbClr val="F161D5"/>
                </a:solidFill>
              </a:rPr>
              <a:t>VIDEO</a:t>
            </a:r>
          </a:p>
        </p:txBody>
      </p:sp>
      <p:sp>
        <p:nvSpPr>
          <p:cNvPr id="9" name="">
            <a:extLst xmlns:a="http://schemas.openxmlformats.org/drawingml/2006/main">
              <a:ext uri="{FF2B5EF4-FFF2-40B4-BE49-F238E27FC236}">
                <a16:creationId xmlns:a16="http://schemas.microsoft.com/office/drawing/2014/main" id="{3E0177DF-D288-42A1-817D-918C18EDB578}"/>
              </a:ext>
            </a:extLst>
          </p:cNvPr>
          <p:cNvSpPr>
            <a:spLocks xmlns:a="http://schemas.openxmlformats.org/drawingml/2006/main" noGrp="1"/>
          </p:cNvSpPr>
          <p:nvPr/>
        </p:nvSpPr>
        <p:spPr>
          <a:xfrm xmlns:a="http://schemas.openxmlformats.org/drawingml/2006/main">
            <a:off x="2457450" y="1981200"/>
            <a:ext cx="788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FFFFFF"/>
                </a:solidFill>
              </a:defRPr>
            </a:defPPr>
            <a:lvl1pPr algn="l">
              <a:defRPr sz="1200" b="1">
                <a:solidFill>
                  <a:srgbClr val="FFFFFF"/>
                </a:solidFill>
              </a:defRPr>
            </a:lvl1pPr>
            <a:lvl2pPr algn="l">
              <a:defRPr sz="1200" b="1">
                <a:solidFill>
                  <a:srgbClr val="FFFFFF"/>
                </a:solidFill>
              </a:defRPr>
            </a:lvl2pPr>
            <a:lvl3pPr algn="l">
              <a:defRPr sz="1200" b="1">
                <a:solidFill>
                  <a:srgbClr val="FFFFFF"/>
                </a:solidFill>
              </a:defRPr>
            </a:lvl3pPr>
            <a:lvl4pPr algn="l">
              <a:defRPr sz="1200" b="1">
                <a:solidFill>
                  <a:srgbClr val="FFFFFF"/>
                </a:solidFill>
              </a:defRPr>
            </a:lvl4pPr>
            <a:lvl5pPr algn="l">
              <a:defRPr sz="1200" b="1">
                <a:solidFill>
                  <a:srgbClr val="FFFFFF"/>
                </a:solidFill>
              </a:defRPr>
            </a:lvl5pPr>
            <a:lvl6pPr algn="l">
              <a:defRPr sz="1200" b="1">
                <a:solidFill>
                  <a:srgbClr val="FFFFFF"/>
                </a:solidFill>
              </a:defRPr>
            </a:lvl6pPr>
            <a:lvl7pPr algn="l">
              <a:defRPr sz="1200" b="1">
                <a:solidFill>
                  <a:srgbClr val="FFFFFF"/>
                </a:solidFill>
              </a:defRPr>
            </a:lvl7pPr>
            <a:lvl8pPr algn="l">
              <a:defRPr sz="1200" b="1">
                <a:solidFill>
                  <a:srgbClr val="FFFFFF"/>
                </a:solidFill>
              </a:defRPr>
            </a:lvl8pPr>
            <a:lvl9pPr algn="l">
              <a:defRPr sz="1200" b="1">
                <a:solidFill>
                  <a:srgbClr val="FFFFFF"/>
                </a:solidFill>
              </a:defRPr>
            </a:lvl9pPr>
          </a:lstStyle>
          <a:p xmlns:a="http://schemas.openxmlformats.org/drawingml/2006/main">
            <a:pPr algn="l">
              <a:defRPr sz="1200" b="1">
                <a:solidFill>
                  <a:srgbClr val="FFFFFF"/>
                </a:solidFill>
              </a:defRPr>
            </a:pPr>
            <a:r>
              <a:rPr sz="1200" b="1">
                <a:solidFill>
                  <a:srgbClr val="FFFFFF"/>
                </a:solidFill>
              </a:rPr>
              <a:t>Valkyrie Strike　実装映像</a:t>
            </a:r>
          </a:p>
        </p:txBody>
      </p:sp>
      <p:sp>
        <p:nvSpPr>
          <p:cNvPr id="10" name="">
            <a:extLst xmlns:a="http://schemas.openxmlformats.org/drawingml/2006/main">
              <a:ext uri="{FF2B5EF4-FFF2-40B4-BE49-F238E27FC236}">
                <a16:creationId xmlns:a16="http://schemas.microsoft.com/office/drawing/2014/main" id="{762E4705-C089-4E18-A86C-EAD7B519DAFF}"/>
              </a:ext>
            </a:extLst>
          </p:cNvPr>
          <p:cNvSpPr>
            <a:spLocks xmlns:a="http://schemas.openxmlformats.org/drawingml/2006/main" noGrp="1"/>
          </p:cNvSpPr>
          <p:nvPr/>
        </p:nvSpPr>
        <p:spPr>
          <a:xfrm xmlns:a="http://schemas.openxmlformats.org/drawingml/2006/main">
            <a:off x="5819775" y="3295650"/>
            <a:ext cx="552450" cy="552450"/>
          </a:xfrm>
          <a:prstGeom xmlns:a="http://schemas.openxmlformats.org/drawingml/2006/main" prst="ellipse">
            <a:avLst/>
          </a:prstGeom>
          <a:solidFill xmlns:a="http://schemas.openxmlformats.org/drawingml/2006/main">
            <a:srgbClr val="07131F"/>
          </a:solidFill>
          <a:ln xmlns:a="http://schemas.openxmlformats.org/drawingml/2006/main" w="9525">
            <a:solidFill>
              <a:srgbClr val="F161D5"/>
            </a:solidFill>
            <a:prstDash val="solid"/>
          </a:ln>
        </p:spPr>
      </p:sp>
      <p:sp>
        <p:nvSpPr>
          <p:cNvPr id="11" name="">
            <a:extLst xmlns:a="http://schemas.openxmlformats.org/drawingml/2006/main">
              <a:ext uri="{FF2B5EF4-FFF2-40B4-BE49-F238E27FC236}">
                <a16:creationId xmlns:a16="http://schemas.microsoft.com/office/drawing/2014/main" id="{EB221170-B80B-457F-96DF-56AC08BC2149}"/>
              </a:ext>
            </a:extLst>
          </p:cNvPr>
          <p:cNvSpPr>
            <a:spLocks xmlns:a="http://schemas.openxmlformats.org/drawingml/2006/main" noGrp="1"/>
          </p:cNvSpPr>
          <p:nvPr/>
        </p:nvSpPr>
        <p:spPr>
          <a:xfrm xmlns:a="http://schemas.openxmlformats.org/drawingml/2006/main">
            <a:off x="6019800" y="3448050"/>
            <a:ext cx="247650" cy="247650"/>
          </a:xfrm>
          <a:prstGeom xmlns:a="http://schemas.openxmlformats.org/drawingml/2006/main" prst="triangle">
            <a:avLst/>
          </a:prstGeom>
          <a:solidFill xmlns:a="http://schemas.openxmlformats.org/drawingml/2006/main">
            <a:srgbClr val="F161D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7C8D51F-8E7A-41AA-A021-A8E95FD3D94C}"/>
              </a:ext>
            </a:extLst>
          </p:cNvPr>
          <p:cNvSpPr>
            <a:spLocks xmlns:a="http://schemas.openxmlformats.org/drawingml/2006/main" noGrp="1"/>
          </p:cNvSpPr>
          <p:nvPr/>
        </p:nvSpPr>
        <p:spPr>
          <a:xfrm xmlns:a="http://schemas.openxmlformats.org/drawingml/2006/main">
            <a:off x="1647825" y="4829175"/>
            <a:ext cx="8896350" cy="381000"/>
          </a:xfrm>
          <a:prstGeom xmlns:a="http://schemas.openxmlformats.org/drawingml/2006/main" prst="rect">
            <a:avLst/>
          </a:prstGeom>
          <a:solidFill xmlns:a="http://schemas.openxmlformats.org/drawingml/2006/main">
            <a:srgbClr val="0713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073F936-8E2B-4E86-8DDE-50883066F8EA}"/>
              </a:ext>
            </a:extLst>
          </p:cNvPr>
          <p:cNvSpPr>
            <a:spLocks xmlns:a="http://schemas.openxmlformats.org/drawingml/2006/main" noGrp="1"/>
          </p:cNvSpPr>
          <p:nvPr/>
        </p:nvSpPr>
        <p:spPr>
          <a:xfrm xmlns:a="http://schemas.openxmlformats.org/drawingml/2006/main">
            <a:off x="1771650" y="4905375"/>
            <a:ext cx="8648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00" b="0">
                <a:solidFill>
                  <a:srgbClr val="EAF6FF"/>
                </a:solidFill>
              </a:defRPr>
            </a:defPPr>
            <a:lvl1pPr algn="ctr">
              <a:defRPr sz="900" b="0">
                <a:solidFill>
                  <a:srgbClr val="EAF6FF"/>
                </a:solidFill>
              </a:defRPr>
            </a:lvl1pPr>
            <a:lvl2pPr algn="ctr">
              <a:defRPr sz="900" b="0">
                <a:solidFill>
                  <a:srgbClr val="EAF6FF"/>
                </a:solidFill>
              </a:defRPr>
            </a:lvl2pPr>
            <a:lvl3pPr algn="ctr">
              <a:defRPr sz="900" b="0">
                <a:solidFill>
                  <a:srgbClr val="EAF6FF"/>
                </a:solidFill>
              </a:defRPr>
            </a:lvl3pPr>
            <a:lvl4pPr algn="ctr">
              <a:defRPr sz="900" b="0">
                <a:solidFill>
                  <a:srgbClr val="EAF6FF"/>
                </a:solidFill>
              </a:defRPr>
            </a:lvl4pPr>
            <a:lvl5pPr algn="ctr">
              <a:defRPr sz="900" b="0">
                <a:solidFill>
                  <a:srgbClr val="EAF6FF"/>
                </a:solidFill>
              </a:defRPr>
            </a:lvl5pPr>
            <a:lvl6pPr algn="ctr">
              <a:defRPr sz="900" b="0">
                <a:solidFill>
                  <a:srgbClr val="EAF6FF"/>
                </a:solidFill>
              </a:defRPr>
            </a:lvl6pPr>
            <a:lvl7pPr algn="ctr">
              <a:defRPr sz="900" b="0">
                <a:solidFill>
                  <a:srgbClr val="EAF6FF"/>
                </a:solidFill>
              </a:defRPr>
            </a:lvl7pPr>
            <a:lvl8pPr algn="ctr">
              <a:defRPr sz="900" b="0">
                <a:solidFill>
                  <a:srgbClr val="EAF6FF"/>
                </a:solidFill>
              </a:defRPr>
            </a:lvl8pPr>
            <a:lvl9pPr algn="ctr">
              <a:defRPr sz="900" b="0">
                <a:solidFill>
                  <a:srgbClr val="EAF6FF"/>
                </a:solidFill>
              </a:defRPr>
            </a:lvl9pPr>
          </a:lstStyle>
          <a:p xmlns:a="http://schemas.openxmlformats.org/drawingml/2006/main">
            <a:pPr algn="ctr">
              <a:defRPr sz="900" b="0">
                <a:solidFill>
                  <a:srgbClr val="EAF6FF"/>
                </a:solidFill>
              </a:defRPr>
            </a:pPr>
            <a:r>
              <a:rPr sz="900" b="0">
                <a:solidFill>
                  <a:srgbClr val="EAF6FF"/>
                </a:solidFill>
              </a:rPr>
              <a:t>VALKYRIE STRIKE 2026-10-17 20-03-09.mp4</a:t>
            </a:r>
          </a:p>
        </p:txBody>
      </p:sp>
      <p:sp>
        <p:nvSpPr>
          <p:cNvPr id="14" name="">
            <a:extLst xmlns:a="http://schemas.openxmlformats.org/drawingml/2006/main">
              <a:ext uri="{FF2B5EF4-FFF2-40B4-BE49-F238E27FC236}">
                <a16:creationId xmlns:a16="http://schemas.microsoft.com/office/drawing/2014/main" id="{5FF955B1-79FB-43DE-89AC-7BB3FC16A35F}"/>
              </a:ext>
            </a:extLst>
          </p:cNvPr>
          <p:cNvSpPr>
            <a:spLocks xmlns:a="http://schemas.openxmlformats.org/drawingml/2006/main" noGrp="1"/>
          </p:cNvSpPr>
          <p:nvPr/>
        </p:nvSpPr>
        <p:spPr>
          <a:xfrm xmlns:a="http://schemas.openxmlformats.org/drawingml/2006/main">
            <a:off x="1524000" y="57150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F161D5"/>
                </a:solidFill>
              </a:defRPr>
            </a:defPPr>
            <a:lvl1pPr algn="l">
              <a:defRPr sz="1350" b="1">
                <a:solidFill>
                  <a:srgbClr val="F161D5"/>
                </a:solidFill>
              </a:defRPr>
            </a:lvl1pPr>
            <a:lvl2pPr algn="l">
              <a:defRPr sz="1350" b="1">
                <a:solidFill>
                  <a:srgbClr val="F161D5"/>
                </a:solidFill>
              </a:defRPr>
            </a:lvl2pPr>
            <a:lvl3pPr algn="l">
              <a:defRPr sz="1350" b="1">
                <a:solidFill>
                  <a:srgbClr val="F161D5"/>
                </a:solidFill>
              </a:defRPr>
            </a:lvl3pPr>
            <a:lvl4pPr algn="l">
              <a:defRPr sz="1350" b="1">
                <a:solidFill>
                  <a:srgbClr val="F161D5"/>
                </a:solidFill>
              </a:defRPr>
            </a:lvl4pPr>
            <a:lvl5pPr algn="l">
              <a:defRPr sz="1350" b="1">
                <a:solidFill>
                  <a:srgbClr val="F161D5"/>
                </a:solidFill>
              </a:defRPr>
            </a:lvl5pPr>
            <a:lvl6pPr algn="l">
              <a:defRPr sz="1350" b="1">
                <a:solidFill>
                  <a:srgbClr val="F161D5"/>
                </a:solidFill>
              </a:defRPr>
            </a:lvl6pPr>
            <a:lvl7pPr algn="l">
              <a:defRPr sz="1350" b="1">
                <a:solidFill>
                  <a:srgbClr val="F161D5"/>
                </a:solidFill>
              </a:defRPr>
            </a:lvl7pPr>
            <a:lvl8pPr algn="l">
              <a:defRPr sz="1350" b="1">
                <a:solidFill>
                  <a:srgbClr val="F161D5"/>
                </a:solidFill>
              </a:defRPr>
            </a:lvl8pPr>
            <a:lvl9pPr algn="l">
              <a:defRPr sz="1350" b="1">
                <a:solidFill>
                  <a:srgbClr val="F161D5"/>
                </a:solidFill>
              </a:defRPr>
            </a:lvl9pPr>
          </a:lstStyle>
          <a:p xmlns:a="http://schemas.openxmlformats.org/drawingml/2006/main">
            <a:pPr algn="l">
              <a:defRPr sz="1350" b="1">
                <a:solidFill>
                  <a:srgbClr val="F161D5"/>
                </a:solidFill>
              </a:defRPr>
            </a:pPr>
            <a:r>
              <a:rPr sz="1350" b="1">
                <a:solidFill>
                  <a:srgbClr val="F161D5"/>
                </a:solidFill>
              </a:rPr>
              <a:t>見る点</a:t>
            </a:r>
          </a:p>
        </p:txBody>
      </p:sp>
      <p:sp>
        <p:nvSpPr>
          <p:cNvPr id="15" name="">
            <a:extLst xmlns:a="http://schemas.openxmlformats.org/drawingml/2006/main">
              <a:ext uri="{FF2B5EF4-FFF2-40B4-BE49-F238E27FC236}">
                <a16:creationId xmlns:a16="http://schemas.microsoft.com/office/drawing/2014/main" id="{7CCC574F-F5E5-4BFE-8A1D-2C9F756D1E99}"/>
              </a:ext>
            </a:extLst>
          </p:cNvPr>
          <p:cNvSpPr>
            <a:spLocks xmlns:a="http://schemas.openxmlformats.org/drawingml/2006/main" noGrp="1"/>
          </p:cNvSpPr>
          <p:nvPr/>
        </p:nvSpPr>
        <p:spPr>
          <a:xfrm xmlns:a="http://schemas.openxmlformats.org/drawingml/2006/main">
            <a:off x="2381250" y="5686425"/>
            <a:ext cx="809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A8C1D1"/>
                </a:solidFill>
              </a:defRPr>
            </a:defPPr>
            <a:lvl1pPr algn="l">
              <a:defRPr sz="1425" b="1">
                <a:solidFill>
                  <a:srgbClr val="A8C1D1"/>
                </a:solidFill>
              </a:defRPr>
            </a:lvl1pPr>
            <a:lvl2pPr algn="l">
              <a:defRPr sz="1425" b="1">
                <a:solidFill>
                  <a:srgbClr val="A8C1D1"/>
                </a:solidFill>
              </a:defRPr>
            </a:lvl2pPr>
            <a:lvl3pPr algn="l">
              <a:defRPr sz="1425" b="1">
                <a:solidFill>
                  <a:srgbClr val="A8C1D1"/>
                </a:solidFill>
              </a:defRPr>
            </a:lvl3pPr>
            <a:lvl4pPr algn="l">
              <a:defRPr sz="1425" b="1">
                <a:solidFill>
                  <a:srgbClr val="A8C1D1"/>
                </a:solidFill>
              </a:defRPr>
            </a:lvl4pPr>
            <a:lvl5pPr algn="l">
              <a:defRPr sz="1425" b="1">
                <a:solidFill>
                  <a:srgbClr val="A8C1D1"/>
                </a:solidFill>
              </a:defRPr>
            </a:lvl5pPr>
            <a:lvl6pPr algn="l">
              <a:defRPr sz="1425" b="1">
                <a:solidFill>
                  <a:srgbClr val="A8C1D1"/>
                </a:solidFill>
              </a:defRPr>
            </a:lvl6pPr>
            <a:lvl7pPr algn="l">
              <a:defRPr sz="1425" b="1">
                <a:solidFill>
                  <a:srgbClr val="A8C1D1"/>
                </a:solidFill>
              </a:defRPr>
            </a:lvl7pPr>
            <a:lvl8pPr algn="l">
              <a:defRPr sz="1425" b="1">
                <a:solidFill>
                  <a:srgbClr val="A8C1D1"/>
                </a:solidFill>
              </a:defRPr>
            </a:lvl8pPr>
            <a:lvl9pPr algn="l">
              <a:defRPr sz="1425" b="1">
                <a:solidFill>
                  <a:srgbClr val="A8C1D1"/>
                </a:solidFill>
              </a:defRPr>
            </a:lvl9pPr>
          </a:lstStyle>
          <a:p xmlns:a="http://schemas.openxmlformats.org/drawingml/2006/main">
            <a:pPr algn="l">
              <a:defRPr sz="1425" b="1">
                <a:solidFill>
                  <a:srgbClr val="A8C1D1"/>
                </a:solidFill>
              </a:defRPr>
            </a:pPr>
            <a:r>
              <a:rPr sz="1425" b="1">
                <a:solidFill>
                  <a:srgbClr val="A8C1D1"/>
                </a:solidFill>
              </a:rPr>
              <a:t>ノズル根元から帯が切れずにつながり、尾ほど細く消えるか</a:t>
            </a:r>
          </a:p>
        </p:txBody>
      </p:sp>
    </p:spTree>
    <p:extLst>
      <p:ext uri="{BB962C8B-B14F-4D97-AF65-F5344CB8AC3E}">
        <p14:creationId xmlns:p14="http://schemas.microsoft.com/office/powerpoint/2010/main" val="1131074110"/>
      </p:ext>
    </p:extLst>
  </p:cSld>
</p:sld>
</file>

<file path=ppt/slides/slide8.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9496F3C-C7DA-45D0-B3D7-41DEFA3E0C82}"/>
              </a:ext>
            </a:extLst>
          </p:cNvPr>
          <p:cNvSpPr>
            <a:spLocks xmlns:a="http://schemas.openxmlformats.org/drawingml/2006/main" noGrp="1"/>
          </p:cNvSpPr>
          <p:nvPr/>
        </p:nvSpPr>
        <p:spPr>
          <a:xfrm xmlns:a="http://schemas.openxmlformats.org/drawingml/2006/main">
            <a:off x="647700" y="4000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FFFFFF"/>
                </a:solidFill>
              </a:defRPr>
            </a:defPPr>
            <a:lvl1pPr algn="l">
              <a:defRPr sz="2100" b="1">
                <a:solidFill>
                  <a:srgbClr val="FFFFFF"/>
                </a:solidFill>
              </a:defRPr>
            </a:lvl1pPr>
            <a:lvl2pPr algn="l">
              <a:defRPr sz="2100" b="1">
                <a:solidFill>
                  <a:srgbClr val="FFFFFF"/>
                </a:solidFill>
              </a:defRPr>
            </a:lvl2pPr>
            <a:lvl3pPr algn="l">
              <a:defRPr sz="2100" b="1">
                <a:solidFill>
                  <a:srgbClr val="FFFFFF"/>
                </a:solidFill>
              </a:defRPr>
            </a:lvl3pPr>
            <a:lvl4pPr algn="l">
              <a:defRPr sz="2100" b="1">
                <a:solidFill>
                  <a:srgbClr val="FFFFFF"/>
                </a:solidFill>
              </a:defRPr>
            </a:lvl4pPr>
            <a:lvl5pPr algn="l">
              <a:defRPr sz="2100" b="1">
                <a:solidFill>
                  <a:srgbClr val="FFFFFF"/>
                </a:solidFill>
              </a:defRPr>
            </a:lvl5pPr>
            <a:lvl6pPr algn="l">
              <a:defRPr sz="2100" b="1">
                <a:solidFill>
                  <a:srgbClr val="FFFFFF"/>
                </a:solidFill>
              </a:defRPr>
            </a:lvl6pPr>
            <a:lvl7pPr algn="l">
              <a:defRPr sz="2100" b="1">
                <a:solidFill>
                  <a:srgbClr val="FFFFFF"/>
                </a:solidFill>
              </a:defRPr>
            </a:lvl7pPr>
            <a:lvl8pPr algn="l">
              <a:defRPr sz="2100" b="1">
                <a:solidFill>
                  <a:srgbClr val="FFFFFF"/>
                </a:solidFill>
              </a:defRPr>
            </a:lvl8pPr>
            <a:lvl9pPr algn="l">
              <a:defRPr sz="2100" b="1">
                <a:solidFill>
                  <a:srgbClr val="FFFFFF"/>
                </a:solidFill>
              </a:defRPr>
            </a:lvl9pPr>
          </a:lstStyle>
          <a:p xmlns:a="http://schemas.openxmlformats.org/drawingml/2006/main">
            <a:pPr algn="l">
              <a:defRPr sz="2100" b="1">
                <a:solidFill>
                  <a:srgbClr val="FFFFFF"/>
                </a:solidFill>
              </a:defRPr>
            </a:pPr>
            <a:r>
              <a:rPr sz="2100" b="1">
                <a:solidFill>
                  <a:srgbClr val="FFFFFF"/>
                </a:solidFill>
              </a:rPr>
              <a:t>技術 2：Centripetal Catmull-Rom スプライン</a:t>
            </a:r>
          </a:p>
        </p:txBody>
      </p:sp>
      <p:sp>
        <p:nvSpPr>
          <p:cNvPr id="2" name="">
            <a:extLst xmlns:a="http://schemas.openxmlformats.org/drawingml/2006/main">
              <a:ext uri="{FF2B5EF4-FFF2-40B4-BE49-F238E27FC236}">
                <a16:creationId xmlns:a16="http://schemas.microsoft.com/office/drawing/2014/main" id="{54523CCF-4297-4B4B-98EA-9571370EE5DB}"/>
              </a:ext>
            </a:extLst>
          </p:cNvPr>
          <p:cNvSpPr>
            <a:spLocks xmlns:a="http://schemas.openxmlformats.org/drawingml/2006/main" noGrp="1"/>
          </p:cNvSpPr>
          <p:nvPr/>
        </p:nvSpPr>
        <p:spPr>
          <a:xfrm xmlns:a="http://schemas.openxmlformats.org/drawingml/2006/main">
            <a:off x="10877550" y="4953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39D7FF"/>
                </a:solidFill>
              </a:defRPr>
            </a:defPPr>
            <a:lvl1pPr algn="r">
              <a:defRPr sz="1050" b="1">
                <a:solidFill>
                  <a:srgbClr val="39D7FF"/>
                </a:solidFill>
              </a:defRPr>
            </a:lvl1pPr>
            <a:lvl2pPr algn="r">
              <a:defRPr sz="1050" b="1">
                <a:solidFill>
                  <a:srgbClr val="39D7FF"/>
                </a:solidFill>
              </a:defRPr>
            </a:lvl2pPr>
            <a:lvl3pPr algn="r">
              <a:defRPr sz="1050" b="1">
                <a:solidFill>
                  <a:srgbClr val="39D7FF"/>
                </a:solidFill>
              </a:defRPr>
            </a:lvl3pPr>
            <a:lvl4pPr algn="r">
              <a:defRPr sz="1050" b="1">
                <a:solidFill>
                  <a:srgbClr val="39D7FF"/>
                </a:solidFill>
              </a:defRPr>
            </a:lvl4pPr>
            <a:lvl5pPr algn="r">
              <a:defRPr sz="1050" b="1">
                <a:solidFill>
                  <a:srgbClr val="39D7FF"/>
                </a:solidFill>
              </a:defRPr>
            </a:lvl5pPr>
            <a:lvl6pPr algn="r">
              <a:defRPr sz="1050" b="1">
                <a:solidFill>
                  <a:srgbClr val="39D7FF"/>
                </a:solidFill>
              </a:defRPr>
            </a:lvl6pPr>
            <a:lvl7pPr algn="r">
              <a:defRPr sz="1050" b="1">
                <a:solidFill>
                  <a:srgbClr val="39D7FF"/>
                </a:solidFill>
              </a:defRPr>
            </a:lvl7pPr>
            <a:lvl8pPr algn="r">
              <a:defRPr sz="1050" b="1">
                <a:solidFill>
                  <a:srgbClr val="39D7FF"/>
                </a:solidFill>
              </a:defRPr>
            </a:lvl8pPr>
            <a:lvl9pPr algn="r">
              <a:defRPr sz="1050" b="1">
                <a:solidFill>
                  <a:srgbClr val="39D7FF"/>
                </a:solidFill>
              </a:defRPr>
            </a:lvl9pPr>
          </a:lstStyle>
          <a:p xmlns:a="http://schemas.openxmlformats.org/drawingml/2006/main">
            <a:pPr algn="r">
              <a:defRPr sz="1050" b="1">
                <a:solidFill>
                  <a:srgbClr val="39D7FF"/>
                </a:solidFill>
              </a:defRPr>
            </a:pPr>
            <a:r>
              <a:rPr sz="1050" b="1">
                <a:solidFill>
                  <a:srgbClr val="39D7FF"/>
                </a:solidFill>
              </a:rPr>
              <a:t>08</a:t>
            </a:r>
          </a:p>
        </p:txBody>
      </p:sp>
      <p:sp>
        <p:nvSpPr>
          <p:cNvPr id="3" name="">
            <a:extLst xmlns:a="http://schemas.openxmlformats.org/drawingml/2006/main">
              <a:ext uri="{FF2B5EF4-FFF2-40B4-BE49-F238E27FC236}">
                <a16:creationId xmlns:a16="http://schemas.microsoft.com/office/drawing/2014/main" id="{9A252EDE-ADE2-419D-9836-86FBEFCD250D}"/>
              </a:ext>
            </a:extLst>
          </p:cNvPr>
          <p:cNvSpPr>
            <a:spLocks xmlns:a="http://schemas.openxmlformats.org/drawingml/2006/main" noGrp="1"/>
          </p:cNvSpPr>
          <p:nvPr/>
        </p:nvSpPr>
        <p:spPr>
          <a:xfrm xmlns:a="http://schemas.openxmlformats.org/drawingml/2006/main">
            <a:off x="647700" y="1000125"/>
            <a:ext cx="10896600" cy="190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7FCAEEA-B743-4CB1-ADCE-F8782FD3663C}"/>
              </a:ext>
            </a:extLst>
          </p:cNvPr>
          <p:cNvSpPr>
            <a:spLocks xmlns:a="http://schemas.openxmlformats.org/drawingml/2006/main" noGrp="1"/>
          </p:cNvSpPr>
          <p:nvPr/>
        </p:nvSpPr>
        <p:spPr>
          <a:xfrm xmlns:a="http://schemas.openxmlformats.org/drawingml/2006/main">
            <a:off x="666750" y="129540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FFFFFF"/>
                </a:solidFill>
              </a:defRPr>
            </a:defPPr>
            <a:lvl1pPr algn="l">
              <a:defRPr sz="1875" b="1">
                <a:solidFill>
                  <a:srgbClr val="FFFFFF"/>
                </a:solidFill>
              </a:defRPr>
            </a:lvl1pPr>
            <a:lvl2pPr algn="l">
              <a:defRPr sz="1875" b="1">
                <a:solidFill>
                  <a:srgbClr val="FFFFFF"/>
                </a:solidFill>
              </a:defRPr>
            </a:lvl2pPr>
            <a:lvl3pPr algn="l">
              <a:defRPr sz="1875" b="1">
                <a:solidFill>
                  <a:srgbClr val="FFFFFF"/>
                </a:solidFill>
              </a:defRPr>
            </a:lvl3pPr>
            <a:lvl4pPr algn="l">
              <a:defRPr sz="1875" b="1">
                <a:solidFill>
                  <a:srgbClr val="FFFFFF"/>
                </a:solidFill>
              </a:defRPr>
            </a:lvl4pPr>
            <a:lvl5pPr algn="l">
              <a:defRPr sz="1875" b="1">
                <a:solidFill>
                  <a:srgbClr val="FFFFFF"/>
                </a:solidFill>
              </a:defRPr>
            </a:lvl5pPr>
            <a:lvl6pPr algn="l">
              <a:defRPr sz="1875" b="1">
                <a:solidFill>
                  <a:srgbClr val="FFFFFF"/>
                </a:solidFill>
              </a:defRPr>
            </a:lvl6pPr>
            <a:lvl7pPr algn="l">
              <a:defRPr sz="1875" b="1">
                <a:solidFill>
                  <a:srgbClr val="FFFFFF"/>
                </a:solidFill>
              </a:defRPr>
            </a:lvl7pPr>
            <a:lvl8pPr algn="l">
              <a:defRPr sz="1875" b="1">
                <a:solidFill>
                  <a:srgbClr val="FFFFFF"/>
                </a:solidFill>
              </a:defRPr>
            </a:lvl8pPr>
            <a:lvl9pPr algn="l">
              <a:defRPr sz="1875" b="1">
                <a:solidFill>
                  <a:srgbClr val="FFFFFF"/>
                </a:solidFill>
              </a:defRPr>
            </a:lvl9pPr>
          </a:lstStyle>
          <a:p xmlns:a="http://schemas.openxmlformats.org/drawingml/2006/main">
            <a:pPr algn="l">
              <a:defRPr sz="1875" b="1">
                <a:solidFill>
                  <a:srgbClr val="FFFFFF"/>
                </a:solidFill>
              </a:defRPr>
            </a:pPr>
            <a:r>
              <a:rPr sz="1875" b="1">
                <a:solidFill>
                  <a:srgbClr val="FFFFFF"/>
                </a:solidFill>
              </a:rPr>
              <a:t>4つの制御点の間を、滑らかな曲線に補間する</a:t>
            </a:r>
          </a:p>
        </p:txBody>
      </p:sp>
      <p:sp>
        <p:nvSpPr>
          <p:cNvPr id="5" name="">
            <a:extLst xmlns:a="http://schemas.openxmlformats.org/drawingml/2006/main">
              <a:ext uri="{FF2B5EF4-FFF2-40B4-BE49-F238E27FC236}">
                <a16:creationId xmlns:a16="http://schemas.microsoft.com/office/drawing/2014/main" id="{DFDFB3C2-0D9C-4889-9A57-29BACF42DC14}"/>
              </a:ext>
            </a:extLst>
          </p:cNvPr>
          <p:cNvSpPr>
            <a:spLocks xmlns:a="http://schemas.openxmlformats.org/drawingml/2006/main" noGrp="1"/>
          </p:cNvSpPr>
          <p:nvPr/>
        </p:nvSpPr>
        <p:spPr>
          <a:xfrm xmlns:a="http://schemas.openxmlformats.org/drawingml/2006/main">
            <a:off x="685800" y="1981200"/>
            <a:ext cx="4762500" cy="3143250"/>
          </a:xfrm>
          <a:prstGeom xmlns:a="http://schemas.openxmlformats.org/drawingml/2006/main" prst="roundRect">
            <a:avLst>
              <a:gd name="adj" fmla="val 2424"/>
            </a:avLst>
          </a:prstGeom>
          <a:solidFill xmlns:a="http://schemas.openxmlformats.org/drawingml/2006/main">
            <a:srgbClr val="102E42"/>
          </a:solidFill>
          <a:ln xmlns:a="http://schemas.openxmlformats.org/drawingml/2006/main" w="9525">
            <a:solidFill>
              <a:srgbClr val="F161D5"/>
            </a:solidFill>
            <a:prstDash val="solid"/>
          </a:ln>
        </p:spPr>
      </p:sp>
      <p:sp>
        <p:nvSpPr>
          <p:cNvPr id="6" name="">
            <a:extLst xmlns:a="http://schemas.openxmlformats.org/drawingml/2006/main">
              <a:ext uri="{FF2B5EF4-FFF2-40B4-BE49-F238E27FC236}">
                <a16:creationId xmlns:a16="http://schemas.microsoft.com/office/drawing/2014/main" id="{CF3B32A5-7555-4D96-8524-1AD2B59DE15E}"/>
              </a:ext>
            </a:extLst>
          </p:cNvPr>
          <p:cNvSpPr>
            <a:spLocks xmlns:a="http://schemas.openxmlformats.org/drawingml/2006/main" noGrp="1"/>
          </p:cNvSpPr>
          <p:nvPr/>
        </p:nvSpPr>
        <p:spPr>
          <a:xfrm xmlns:a="http://schemas.openxmlformats.org/drawingml/2006/main">
            <a:off x="933450" y="220980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F161D5"/>
                </a:solidFill>
              </a:defRPr>
            </a:defPPr>
            <a:lvl1pPr algn="l">
              <a:defRPr sz="1350" b="1">
                <a:solidFill>
                  <a:srgbClr val="F161D5"/>
                </a:solidFill>
              </a:defRPr>
            </a:lvl1pPr>
            <a:lvl2pPr algn="l">
              <a:defRPr sz="1350" b="1">
                <a:solidFill>
                  <a:srgbClr val="F161D5"/>
                </a:solidFill>
              </a:defRPr>
            </a:lvl2pPr>
            <a:lvl3pPr algn="l">
              <a:defRPr sz="1350" b="1">
                <a:solidFill>
                  <a:srgbClr val="F161D5"/>
                </a:solidFill>
              </a:defRPr>
            </a:lvl3pPr>
            <a:lvl4pPr algn="l">
              <a:defRPr sz="1350" b="1">
                <a:solidFill>
                  <a:srgbClr val="F161D5"/>
                </a:solidFill>
              </a:defRPr>
            </a:lvl4pPr>
            <a:lvl5pPr algn="l">
              <a:defRPr sz="1350" b="1">
                <a:solidFill>
                  <a:srgbClr val="F161D5"/>
                </a:solidFill>
              </a:defRPr>
            </a:lvl5pPr>
            <a:lvl6pPr algn="l">
              <a:defRPr sz="1350" b="1">
                <a:solidFill>
                  <a:srgbClr val="F161D5"/>
                </a:solidFill>
              </a:defRPr>
            </a:lvl6pPr>
            <a:lvl7pPr algn="l">
              <a:defRPr sz="1350" b="1">
                <a:solidFill>
                  <a:srgbClr val="F161D5"/>
                </a:solidFill>
              </a:defRPr>
            </a:lvl7pPr>
            <a:lvl8pPr algn="l">
              <a:defRPr sz="1350" b="1">
                <a:solidFill>
                  <a:srgbClr val="F161D5"/>
                </a:solidFill>
              </a:defRPr>
            </a:lvl8pPr>
            <a:lvl9pPr algn="l">
              <a:defRPr sz="1350" b="1">
                <a:solidFill>
                  <a:srgbClr val="F161D5"/>
                </a:solidFill>
              </a:defRPr>
            </a:lvl9pPr>
          </a:lstStyle>
          <a:p xmlns:a="http://schemas.openxmlformats.org/drawingml/2006/main">
            <a:pPr algn="l">
              <a:defRPr sz="1350" b="1">
                <a:solidFill>
                  <a:srgbClr val="F161D5"/>
                </a:solidFill>
              </a:defRPr>
            </a:pPr>
            <a:r>
              <a:rPr sz="1350" b="1">
                <a:solidFill>
                  <a:srgbClr val="F161D5"/>
                </a:solidFill>
              </a:rPr>
              <a:t>通常の補間で起きやすい形</a:t>
            </a:r>
          </a:p>
        </p:txBody>
      </p:sp>
      <p:sp>
        <p:nvSpPr>
          <p:cNvPr id="7" name="">
            <a:extLst xmlns:a="http://schemas.openxmlformats.org/drawingml/2006/main">
              <a:ext uri="{FF2B5EF4-FFF2-40B4-BE49-F238E27FC236}">
                <a16:creationId xmlns:a16="http://schemas.microsoft.com/office/drawing/2014/main" id="{97EAD03D-74DE-4861-8B22-7E1316825514}"/>
              </a:ext>
            </a:extLst>
          </p:cNvPr>
          <p:cNvSpPr>
            <a:spLocks xmlns:a="http://schemas.openxmlformats.org/drawingml/2006/main" noGrp="1"/>
          </p:cNvSpPr>
          <p:nvPr/>
        </p:nvSpPr>
        <p:spPr>
          <a:xfrm xmlns:a="http://schemas.openxmlformats.org/drawingml/2006/main">
            <a:off x="1247775" y="3914775"/>
            <a:ext cx="171450" cy="1714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5A46A90-FA65-42CA-8965-B4CE117B6CFC}"/>
              </a:ext>
            </a:extLst>
          </p:cNvPr>
          <p:cNvSpPr>
            <a:spLocks xmlns:a="http://schemas.openxmlformats.org/drawingml/2006/main" noGrp="1"/>
          </p:cNvSpPr>
          <p:nvPr/>
        </p:nvSpPr>
        <p:spPr>
          <a:xfrm xmlns:a="http://schemas.openxmlformats.org/drawingml/2006/main">
            <a:off x="2247900" y="2962275"/>
            <a:ext cx="171450" cy="1714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EC05B93-C30A-4E9A-8752-47C685EF1A79}"/>
              </a:ext>
            </a:extLst>
          </p:cNvPr>
          <p:cNvSpPr>
            <a:spLocks xmlns:a="http://schemas.openxmlformats.org/drawingml/2006/main" noGrp="1"/>
          </p:cNvSpPr>
          <p:nvPr/>
        </p:nvSpPr>
        <p:spPr>
          <a:xfrm xmlns:a="http://schemas.openxmlformats.org/drawingml/2006/main">
            <a:off x="3343275" y="4152900"/>
            <a:ext cx="171450" cy="1714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A9848C6-E16E-4038-939E-FB79FFB96895}"/>
              </a:ext>
            </a:extLst>
          </p:cNvPr>
          <p:cNvSpPr>
            <a:spLocks xmlns:a="http://schemas.openxmlformats.org/drawingml/2006/main" noGrp="1"/>
          </p:cNvSpPr>
          <p:nvPr/>
        </p:nvSpPr>
        <p:spPr>
          <a:xfrm xmlns:a="http://schemas.openxmlformats.org/drawingml/2006/main">
            <a:off x="4533900" y="3248025"/>
            <a:ext cx="171450" cy="1714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3AFF924-6E18-419C-AA72-12B1DF729142}"/>
              </a:ext>
            </a:extLst>
          </p:cNvPr>
          <p:cNvSpPr>
            <a:spLocks xmlns:a="http://schemas.openxmlformats.org/drawingml/2006/main" noGrp="1"/>
          </p:cNvSpPr>
          <p:nvPr/>
        </p:nvSpPr>
        <p:spPr>
          <a:xfrm xmlns:a="http://schemas.openxmlformats.org/drawingml/2006/main">
            <a:off x="1890713" y="3367088"/>
            <a:ext cx="123825" cy="123825"/>
          </a:xfrm>
          <a:prstGeom xmlns:a="http://schemas.openxmlformats.org/drawingml/2006/main" prst="ellipse">
            <a:avLst/>
          </a:prstGeom>
          <a:solidFill xmlns:a="http://schemas.openxmlformats.org/drawingml/2006/main">
            <a:srgbClr val="F161D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899A68E-3CA7-43D2-A11D-7049318F076B}"/>
              </a:ext>
            </a:extLst>
          </p:cNvPr>
          <p:cNvSpPr>
            <a:spLocks xmlns:a="http://schemas.openxmlformats.org/drawingml/2006/main" noGrp="1"/>
          </p:cNvSpPr>
          <p:nvPr/>
        </p:nvSpPr>
        <p:spPr>
          <a:xfrm xmlns:a="http://schemas.openxmlformats.org/drawingml/2006/main">
            <a:off x="2662238" y="3652838"/>
            <a:ext cx="123825" cy="123825"/>
          </a:xfrm>
          <a:prstGeom xmlns:a="http://schemas.openxmlformats.org/drawingml/2006/main" prst="ellipse">
            <a:avLst/>
          </a:prstGeom>
          <a:solidFill xmlns:a="http://schemas.openxmlformats.org/drawingml/2006/main">
            <a:srgbClr val="F161D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E30D98E-1387-48F5-88D9-8D31A4849D03}"/>
              </a:ext>
            </a:extLst>
          </p:cNvPr>
          <p:cNvSpPr>
            <a:spLocks xmlns:a="http://schemas.openxmlformats.org/drawingml/2006/main" noGrp="1"/>
          </p:cNvSpPr>
          <p:nvPr/>
        </p:nvSpPr>
        <p:spPr>
          <a:xfrm xmlns:a="http://schemas.openxmlformats.org/drawingml/2006/main">
            <a:off x="2909888" y="4433888"/>
            <a:ext cx="123825" cy="123825"/>
          </a:xfrm>
          <a:prstGeom xmlns:a="http://schemas.openxmlformats.org/drawingml/2006/main" prst="ellipse">
            <a:avLst/>
          </a:prstGeom>
          <a:solidFill xmlns:a="http://schemas.openxmlformats.org/drawingml/2006/main">
            <a:srgbClr val="F161D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A481784-FF1E-47F2-9497-BB933DF98DE5}"/>
              </a:ext>
            </a:extLst>
          </p:cNvPr>
          <p:cNvSpPr>
            <a:spLocks xmlns:a="http://schemas.openxmlformats.org/drawingml/2006/main" noGrp="1"/>
          </p:cNvSpPr>
          <p:nvPr/>
        </p:nvSpPr>
        <p:spPr>
          <a:xfrm xmlns:a="http://schemas.openxmlformats.org/drawingml/2006/main">
            <a:off x="3795713" y="3786188"/>
            <a:ext cx="123825" cy="123825"/>
          </a:xfrm>
          <a:prstGeom xmlns:a="http://schemas.openxmlformats.org/drawingml/2006/main" prst="ellipse">
            <a:avLst/>
          </a:prstGeom>
          <a:solidFill xmlns:a="http://schemas.openxmlformats.org/drawingml/2006/main">
            <a:srgbClr val="F161D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9BD6342-1F62-42D0-B9C0-83ABD5BDFA4C}"/>
              </a:ext>
            </a:extLst>
          </p:cNvPr>
          <p:cNvSpPr>
            <a:spLocks xmlns:a="http://schemas.openxmlformats.org/drawingml/2006/main" noGrp="1"/>
          </p:cNvSpPr>
          <p:nvPr/>
        </p:nvSpPr>
        <p:spPr>
          <a:xfrm xmlns:a="http://schemas.openxmlformats.org/drawingml/2006/main">
            <a:off x="1200150" y="4514850"/>
            <a:ext cx="3752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EAF6FF"/>
                </a:solidFill>
              </a:defRPr>
            </a:defPPr>
            <a:lvl1pPr algn="ctr">
              <a:defRPr sz="1350" b="1">
                <a:solidFill>
                  <a:srgbClr val="EAF6FF"/>
                </a:solidFill>
              </a:defRPr>
            </a:lvl1pPr>
            <a:lvl2pPr algn="ctr">
              <a:defRPr sz="1350" b="1">
                <a:solidFill>
                  <a:srgbClr val="EAF6FF"/>
                </a:solidFill>
              </a:defRPr>
            </a:lvl2pPr>
            <a:lvl3pPr algn="ctr">
              <a:defRPr sz="1350" b="1">
                <a:solidFill>
                  <a:srgbClr val="EAF6FF"/>
                </a:solidFill>
              </a:defRPr>
            </a:lvl3pPr>
            <a:lvl4pPr algn="ctr">
              <a:defRPr sz="1350" b="1">
                <a:solidFill>
                  <a:srgbClr val="EAF6FF"/>
                </a:solidFill>
              </a:defRPr>
            </a:lvl4pPr>
            <a:lvl5pPr algn="ctr">
              <a:defRPr sz="1350" b="1">
                <a:solidFill>
                  <a:srgbClr val="EAF6FF"/>
                </a:solidFill>
              </a:defRPr>
            </a:lvl5pPr>
            <a:lvl6pPr algn="ctr">
              <a:defRPr sz="1350" b="1">
                <a:solidFill>
                  <a:srgbClr val="EAF6FF"/>
                </a:solidFill>
              </a:defRPr>
            </a:lvl6pPr>
            <a:lvl7pPr algn="ctr">
              <a:defRPr sz="1350" b="1">
                <a:solidFill>
                  <a:srgbClr val="EAF6FF"/>
                </a:solidFill>
              </a:defRPr>
            </a:lvl7pPr>
            <a:lvl8pPr algn="ctr">
              <a:defRPr sz="1350" b="1">
                <a:solidFill>
                  <a:srgbClr val="EAF6FF"/>
                </a:solidFill>
              </a:defRPr>
            </a:lvl8pPr>
            <a:lvl9pPr algn="ctr">
              <a:defRPr sz="1350" b="1">
                <a:solidFill>
                  <a:srgbClr val="EAF6FF"/>
                </a:solidFill>
              </a:defRPr>
            </a:lvl9pPr>
          </a:lstStyle>
          <a:p xmlns:a="http://schemas.openxmlformats.org/drawingml/2006/main">
            <a:pPr algn="ctr">
              <a:defRPr sz="1350" b="1">
                <a:solidFill>
                  <a:srgbClr val="EAF6FF"/>
                </a:solidFill>
              </a:defRPr>
            </a:pPr>
            <a:r>
              <a:rPr sz="1350" b="1">
                <a:solidFill>
                  <a:srgbClr val="EAF6FF"/>
                </a:solidFill>
              </a:rPr>
              <a:t>点間隔が偏ると</a:t>
            </a:r>
          </a:p>
          <a:p xmlns:a="http://schemas.openxmlformats.org/drawingml/2006/main">
            <a:pPr algn="ctr">
              <a:defRPr sz="1350" b="1">
                <a:solidFill>
                  <a:srgbClr val="EAF6FF"/>
                </a:solidFill>
              </a:defRPr>
            </a:pPr>
            <a:r>
              <a:rPr sz="1350" b="1">
                <a:solidFill>
                  <a:srgbClr val="EAF6FF"/>
                </a:solidFill>
              </a:rPr>
              <a:t>ふくらみ・ループが出やすい</a:t>
            </a:r>
          </a:p>
        </p:txBody>
      </p:sp>
      <p:sp>
        <p:nvSpPr>
          <p:cNvPr id="16" name="">
            <a:extLst xmlns:a="http://schemas.openxmlformats.org/drawingml/2006/main">
              <a:ext uri="{FF2B5EF4-FFF2-40B4-BE49-F238E27FC236}">
                <a16:creationId xmlns:a16="http://schemas.microsoft.com/office/drawing/2014/main" id="{82CD4090-4523-4B85-9DA2-0A12A0B36D55}"/>
              </a:ext>
            </a:extLst>
          </p:cNvPr>
          <p:cNvSpPr>
            <a:spLocks xmlns:a="http://schemas.openxmlformats.org/drawingml/2006/main" noGrp="1"/>
          </p:cNvSpPr>
          <p:nvPr/>
        </p:nvSpPr>
        <p:spPr>
          <a:xfrm xmlns:a="http://schemas.openxmlformats.org/drawingml/2006/main">
            <a:off x="6191250" y="1981200"/>
            <a:ext cx="4762500" cy="3143250"/>
          </a:xfrm>
          <a:prstGeom xmlns:a="http://schemas.openxmlformats.org/drawingml/2006/main" prst="roundRect">
            <a:avLst>
              <a:gd name="adj" fmla="val 2424"/>
            </a:avLst>
          </a:prstGeom>
          <a:solidFill xmlns:a="http://schemas.openxmlformats.org/drawingml/2006/main">
            <a:srgbClr val="0B2132"/>
          </a:solidFill>
          <a:ln xmlns:a="http://schemas.openxmlformats.org/drawingml/2006/main" w="9525">
            <a:solidFill>
              <a:srgbClr val="39D7FF"/>
            </a:solidFill>
            <a:prstDash val="solid"/>
          </a:ln>
        </p:spPr>
      </p:sp>
      <p:sp>
        <p:nvSpPr>
          <p:cNvPr id="17" name="">
            <a:extLst xmlns:a="http://schemas.openxmlformats.org/drawingml/2006/main">
              <a:ext uri="{FF2B5EF4-FFF2-40B4-BE49-F238E27FC236}">
                <a16:creationId xmlns:a16="http://schemas.microsoft.com/office/drawing/2014/main" id="{AC75C345-F0A5-4FE1-A319-5576B0A51C91}"/>
              </a:ext>
            </a:extLst>
          </p:cNvPr>
          <p:cNvSpPr>
            <a:spLocks xmlns:a="http://schemas.openxmlformats.org/drawingml/2006/main" noGrp="1"/>
          </p:cNvSpPr>
          <p:nvPr/>
        </p:nvSpPr>
        <p:spPr>
          <a:xfrm xmlns:a="http://schemas.openxmlformats.org/drawingml/2006/main">
            <a:off x="6438900" y="2209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39D7FF"/>
                </a:solidFill>
              </a:defRPr>
            </a:defPPr>
            <a:lvl1pPr algn="l">
              <a:defRPr sz="1350" b="1">
                <a:solidFill>
                  <a:srgbClr val="39D7FF"/>
                </a:solidFill>
              </a:defRPr>
            </a:lvl1pPr>
            <a:lvl2pPr algn="l">
              <a:defRPr sz="1350" b="1">
                <a:solidFill>
                  <a:srgbClr val="39D7FF"/>
                </a:solidFill>
              </a:defRPr>
            </a:lvl2pPr>
            <a:lvl3pPr algn="l">
              <a:defRPr sz="1350" b="1">
                <a:solidFill>
                  <a:srgbClr val="39D7FF"/>
                </a:solidFill>
              </a:defRPr>
            </a:lvl3pPr>
            <a:lvl4pPr algn="l">
              <a:defRPr sz="1350" b="1">
                <a:solidFill>
                  <a:srgbClr val="39D7FF"/>
                </a:solidFill>
              </a:defRPr>
            </a:lvl4pPr>
            <a:lvl5pPr algn="l">
              <a:defRPr sz="1350" b="1">
                <a:solidFill>
                  <a:srgbClr val="39D7FF"/>
                </a:solidFill>
              </a:defRPr>
            </a:lvl5pPr>
            <a:lvl6pPr algn="l">
              <a:defRPr sz="1350" b="1">
                <a:solidFill>
                  <a:srgbClr val="39D7FF"/>
                </a:solidFill>
              </a:defRPr>
            </a:lvl6pPr>
            <a:lvl7pPr algn="l">
              <a:defRPr sz="1350" b="1">
                <a:solidFill>
                  <a:srgbClr val="39D7FF"/>
                </a:solidFill>
              </a:defRPr>
            </a:lvl7pPr>
            <a:lvl8pPr algn="l">
              <a:defRPr sz="1350" b="1">
                <a:solidFill>
                  <a:srgbClr val="39D7FF"/>
                </a:solidFill>
              </a:defRPr>
            </a:lvl8pPr>
            <a:lvl9pPr algn="l">
              <a:defRPr sz="1350" b="1">
                <a:solidFill>
                  <a:srgbClr val="39D7FF"/>
                </a:solidFill>
              </a:defRPr>
            </a:lvl9pPr>
          </a:lstStyle>
          <a:p xmlns:a="http://schemas.openxmlformats.org/drawingml/2006/main">
            <a:pPr algn="l">
              <a:defRPr sz="1350" b="1">
                <a:solidFill>
                  <a:srgbClr val="39D7FF"/>
                </a:solidFill>
              </a:defRPr>
            </a:pPr>
            <a:r>
              <a:rPr sz="1350" b="1">
                <a:solidFill>
                  <a:srgbClr val="39D7FF"/>
                </a:solidFill>
              </a:rPr>
              <a:t>Centripetal Catmull-Rom</a:t>
            </a:r>
          </a:p>
        </p:txBody>
      </p:sp>
      <p:sp>
        <p:nvSpPr>
          <p:cNvPr id="18" name="">
            <a:extLst xmlns:a="http://schemas.openxmlformats.org/drawingml/2006/main">
              <a:ext uri="{FF2B5EF4-FFF2-40B4-BE49-F238E27FC236}">
                <a16:creationId xmlns:a16="http://schemas.microsoft.com/office/drawing/2014/main" id="{5A23184C-C708-45EB-A0E8-91EB7D62A766}"/>
              </a:ext>
            </a:extLst>
          </p:cNvPr>
          <p:cNvSpPr>
            <a:spLocks xmlns:a="http://schemas.openxmlformats.org/drawingml/2006/main" noGrp="1"/>
          </p:cNvSpPr>
          <p:nvPr/>
        </p:nvSpPr>
        <p:spPr>
          <a:xfrm xmlns:a="http://schemas.openxmlformats.org/drawingml/2006/main">
            <a:off x="6753225" y="3914775"/>
            <a:ext cx="171450" cy="1714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F06251B-18B2-4B12-A13C-A96EA2FD4D64}"/>
              </a:ext>
            </a:extLst>
          </p:cNvPr>
          <p:cNvSpPr>
            <a:spLocks xmlns:a="http://schemas.openxmlformats.org/drawingml/2006/main" noGrp="1"/>
          </p:cNvSpPr>
          <p:nvPr/>
        </p:nvSpPr>
        <p:spPr>
          <a:xfrm xmlns:a="http://schemas.openxmlformats.org/drawingml/2006/main">
            <a:off x="7734300" y="2962275"/>
            <a:ext cx="171450" cy="1714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E417FE5-1A2E-44EA-AC1A-AD47BB194BFE}"/>
              </a:ext>
            </a:extLst>
          </p:cNvPr>
          <p:cNvSpPr>
            <a:spLocks xmlns:a="http://schemas.openxmlformats.org/drawingml/2006/main" noGrp="1"/>
          </p:cNvSpPr>
          <p:nvPr/>
        </p:nvSpPr>
        <p:spPr>
          <a:xfrm xmlns:a="http://schemas.openxmlformats.org/drawingml/2006/main">
            <a:off x="8867775" y="4152900"/>
            <a:ext cx="171450" cy="1714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A594090-2B9F-432D-9CA8-B583C1FCD2B2}"/>
              </a:ext>
            </a:extLst>
          </p:cNvPr>
          <p:cNvSpPr>
            <a:spLocks xmlns:a="http://schemas.openxmlformats.org/drawingml/2006/main" noGrp="1"/>
          </p:cNvSpPr>
          <p:nvPr/>
        </p:nvSpPr>
        <p:spPr>
          <a:xfrm xmlns:a="http://schemas.openxmlformats.org/drawingml/2006/main">
            <a:off x="10010775" y="3248025"/>
            <a:ext cx="171450" cy="1714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004927D-5ABC-4982-86B9-CA039FC46E75}"/>
              </a:ext>
            </a:extLst>
          </p:cNvPr>
          <p:cNvSpPr>
            <a:spLocks xmlns:a="http://schemas.openxmlformats.org/drawingml/2006/main" noGrp="1"/>
          </p:cNvSpPr>
          <p:nvPr/>
        </p:nvSpPr>
        <p:spPr>
          <a:xfrm xmlns:a="http://schemas.openxmlformats.org/drawingml/2006/main">
            <a:off x="7300913" y="3500438"/>
            <a:ext cx="123825" cy="123825"/>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B0FDF83-AAAD-408F-ADA7-FDE6391781D1}"/>
              </a:ext>
            </a:extLst>
          </p:cNvPr>
          <p:cNvSpPr>
            <a:spLocks xmlns:a="http://schemas.openxmlformats.org/drawingml/2006/main" noGrp="1"/>
          </p:cNvSpPr>
          <p:nvPr/>
        </p:nvSpPr>
        <p:spPr>
          <a:xfrm xmlns:a="http://schemas.openxmlformats.org/drawingml/2006/main">
            <a:off x="8167688" y="3424238"/>
            <a:ext cx="123825" cy="123825"/>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D8708BC-D20A-4C35-96F0-CB993BDD0014}"/>
              </a:ext>
            </a:extLst>
          </p:cNvPr>
          <p:cNvSpPr>
            <a:spLocks xmlns:a="http://schemas.openxmlformats.org/drawingml/2006/main" noGrp="1"/>
          </p:cNvSpPr>
          <p:nvPr/>
        </p:nvSpPr>
        <p:spPr>
          <a:xfrm xmlns:a="http://schemas.openxmlformats.org/drawingml/2006/main">
            <a:off x="8910638" y="3786188"/>
            <a:ext cx="123825" cy="123825"/>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EBC51DF-C1F2-44E8-871B-44852BF19393}"/>
              </a:ext>
            </a:extLst>
          </p:cNvPr>
          <p:cNvSpPr>
            <a:spLocks xmlns:a="http://schemas.openxmlformats.org/drawingml/2006/main" noGrp="1"/>
          </p:cNvSpPr>
          <p:nvPr/>
        </p:nvSpPr>
        <p:spPr>
          <a:xfrm xmlns:a="http://schemas.openxmlformats.org/drawingml/2006/main">
            <a:off x="9548813" y="3671888"/>
            <a:ext cx="123825" cy="123825"/>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AB127F3-CF7F-42EC-B153-A66AE75CA716}"/>
              </a:ext>
            </a:extLst>
          </p:cNvPr>
          <p:cNvSpPr>
            <a:spLocks xmlns:a="http://schemas.openxmlformats.org/drawingml/2006/main" noGrp="1"/>
          </p:cNvSpPr>
          <p:nvPr/>
        </p:nvSpPr>
        <p:spPr>
          <a:xfrm xmlns:a="http://schemas.openxmlformats.org/drawingml/2006/main">
            <a:off x="6686550" y="4514850"/>
            <a:ext cx="3752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EAF6FF"/>
                </a:solidFill>
              </a:defRPr>
            </a:defPPr>
            <a:lvl1pPr algn="ctr">
              <a:defRPr sz="1350" b="1">
                <a:solidFill>
                  <a:srgbClr val="EAF6FF"/>
                </a:solidFill>
              </a:defRPr>
            </a:lvl1pPr>
            <a:lvl2pPr algn="ctr">
              <a:defRPr sz="1350" b="1">
                <a:solidFill>
                  <a:srgbClr val="EAF6FF"/>
                </a:solidFill>
              </a:defRPr>
            </a:lvl2pPr>
            <a:lvl3pPr algn="ctr">
              <a:defRPr sz="1350" b="1">
                <a:solidFill>
                  <a:srgbClr val="EAF6FF"/>
                </a:solidFill>
              </a:defRPr>
            </a:lvl3pPr>
            <a:lvl4pPr algn="ctr">
              <a:defRPr sz="1350" b="1">
                <a:solidFill>
                  <a:srgbClr val="EAF6FF"/>
                </a:solidFill>
              </a:defRPr>
            </a:lvl4pPr>
            <a:lvl5pPr algn="ctr">
              <a:defRPr sz="1350" b="1">
                <a:solidFill>
                  <a:srgbClr val="EAF6FF"/>
                </a:solidFill>
              </a:defRPr>
            </a:lvl5pPr>
            <a:lvl6pPr algn="ctr">
              <a:defRPr sz="1350" b="1">
                <a:solidFill>
                  <a:srgbClr val="EAF6FF"/>
                </a:solidFill>
              </a:defRPr>
            </a:lvl6pPr>
            <a:lvl7pPr algn="ctr">
              <a:defRPr sz="1350" b="1">
                <a:solidFill>
                  <a:srgbClr val="EAF6FF"/>
                </a:solidFill>
              </a:defRPr>
            </a:lvl7pPr>
            <a:lvl8pPr algn="ctr">
              <a:defRPr sz="1350" b="1">
                <a:solidFill>
                  <a:srgbClr val="EAF6FF"/>
                </a:solidFill>
              </a:defRPr>
            </a:lvl8pPr>
            <a:lvl9pPr algn="ctr">
              <a:defRPr sz="1350" b="1">
                <a:solidFill>
                  <a:srgbClr val="EAF6FF"/>
                </a:solidFill>
              </a:defRPr>
            </a:lvl9pPr>
          </a:lstStyle>
          <a:p xmlns:a="http://schemas.openxmlformats.org/drawingml/2006/main">
            <a:pPr algn="ctr">
              <a:defRPr sz="1350" b="1">
                <a:solidFill>
                  <a:srgbClr val="EAF6FF"/>
                </a:solidFill>
              </a:defRPr>
            </a:pPr>
            <a:r>
              <a:rPr sz="1350" b="1">
                <a:solidFill>
                  <a:srgbClr val="EAF6FF"/>
                </a:solidFill>
              </a:rPr>
              <a:t>点の間を自然につなぐ</a:t>
            </a:r>
          </a:p>
          <a:p xmlns:a="http://schemas.openxmlformats.org/drawingml/2006/main">
            <a:pPr algn="ctr">
              <a:defRPr sz="1350" b="1">
                <a:solidFill>
                  <a:srgbClr val="EAF6FF"/>
                </a:solidFill>
              </a:defRPr>
            </a:pPr>
            <a:r>
              <a:rPr sz="1350" b="1">
                <a:solidFill>
                  <a:srgbClr val="EAF6FF"/>
                </a:solidFill>
              </a:rPr>
              <a:t>過度なふくらみを抑える</a:t>
            </a:r>
          </a:p>
        </p:txBody>
      </p:sp>
      <p:sp>
        <p:nvSpPr>
          <p:cNvPr id="27" name="">
            <a:extLst xmlns:a="http://schemas.openxmlformats.org/drawingml/2006/main">
              <a:ext uri="{FF2B5EF4-FFF2-40B4-BE49-F238E27FC236}">
                <a16:creationId xmlns:a16="http://schemas.microsoft.com/office/drawing/2014/main" id="{602290FC-1966-44C0-A3D1-8E52A3AC9A61}"/>
              </a:ext>
            </a:extLst>
          </p:cNvPr>
          <p:cNvSpPr>
            <a:spLocks xmlns:a="http://schemas.openxmlformats.org/drawingml/2006/main" noGrp="1"/>
          </p:cNvSpPr>
          <p:nvPr/>
        </p:nvSpPr>
        <p:spPr>
          <a:xfrm xmlns:a="http://schemas.openxmlformats.org/drawingml/2006/main">
            <a:off x="1047750" y="5781675"/>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6DE0B2"/>
                </a:solidFill>
              </a:defRPr>
            </a:defPPr>
            <a:lvl1pPr algn="ctr">
              <a:defRPr sz="1500" b="1">
                <a:solidFill>
                  <a:srgbClr val="6DE0B2"/>
                </a:solidFill>
              </a:defRPr>
            </a:lvl1pPr>
            <a:lvl2pPr algn="ctr">
              <a:defRPr sz="1500" b="1">
                <a:solidFill>
                  <a:srgbClr val="6DE0B2"/>
                </a:solidFill>
              </a:defRPr>
            </a:lvl2pPr>
            <a:lvl3pPr algn="ctr">
              <a:defRPr sz="1500" b="1">
                <a:solidFill>
                  <a:srgbClr val="6DE0B2"/>
                </a:solidFill>
              </a:defRPr>
            </a:lvl3pPr>
            <a:lvl4pPr algn="ctr">
              <a:defRPr sz="1500" b="1">
                <a:solidFill>
                  <a:srgbClr val="6DE0B2"/>
                </a:solidFill>
              </a:defRPr>
            </a:lvl4pPr>
            <a:lvl5pPr algn="ctr">
              <a:defRPr sz="1500" b="1">
                <a:solidFill>
                  <a:srgbClr val="6DE0B2"/>
                </a:solidFill>
              </a:defRPr>
            </a:lvl5pPr>
            <a:lvl6pPr algn="ctr">
              <a:defRPr sz="1500" b="1">
                <a:solidFill>
                  <a:srgbClr val="6DE0B2"/>
                </a:solidFill>
              </a:defRPr>
            </a:lvl6pPr>
            <a:lvl7pPr algn="ctr">
              <a:defRPr sz="1500" b="1">
                <a:solidFill>
                  <a:srgbClr val="6DE0B2"/>
                </a:solidFill>
              </a:defRPr>
            </a:lvl7pPr>
            <a:lvl8pPr algn="ctr">
              <a:defRPr sz="1500" b="1">
                <a:solidFill>
                  <a:srgbClr val="6DE0B2"/>
                </a:solidFill>
              </a:defRPr>
            </a:lvl8pPr>
            <a:lvl9pPr algn="ctr">
              <a:defRPr sz="1500" b="1">
                <a:solidFill>
                  <a:srgbClr val="6DE0B2"/>
                </a:solidFill>
              </a:defRPr>
            </a:lvl9pPr>
          </a:lstStyle>
          <a:p xmlns:a="http://schemas.openxmlformats.org/drawingml/2006/main">
            <a:pPr algn="ctr">
              <a:defRPr sz="1500" b="1">
                <a:solidFill>
                  <a:srgbClr val="6DE0B2"/>
                </a:solidFill>
              </a:defRPr>
            </a:pPr>
            <a:r>
              <a:rPr sz="1500" b="1">
                <a:solidFill>
                  <a:srgbClr val="6DE0B2"/>
                </a:solidFill>
              </a:rPr>
              <a:t>ノズル口と仮想制御点を先頭に置くことで、根元から曲線として接続できる</a:t>
            </a:r>
          </a:p>
        </p:txBody>
      </p:sp>
    </p:spTree>
    <p:extLst>
      <p:ext uri="{BB962C8B-B14F-4D97-AF65-F5344CB8AC3E}">
        <p14:creationId xmlns:p14="http://schemas.microsoft.com/office/powerpoint/2010/main" val="164455054"/>
      </p:ext>
    </p:extLst>
  </p:cSld>
</p:sld>
</file>

<file path=ppt/slides/slide9.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80000BA-8262-4C5C-AEDF-D001270BE552}"/>
              </a:ext>
            </a:extLst>
          </p:cNvPr>
          <p:cNvSpPr>
            <a:spLocks xmlns:a="http://schemas.openxmlformats.org/drawingml/2006/main" noGrp="1"/>
          </p:cNvSpPr>
          <p:nvPr/>
        </p:nvSpPr>
        <p:spPr>
          <a:xfrm xmlns:a="http://schemas.openxmlformats.org/drawingml/2006/main">
            <a:off x="647700" y="4000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a:solidFill>
                  <a:srgbClr val="FFFFFF"/>
                </a:solidFill>
              </a:defRPr>
            </a:defPPr>
            <a:lvl1pPr algn="l">
              <a:defRPr sz="2475" b="1">
                <a:solidFill>
                  <a:srgbClr val="FFFFFF"/>
                </a:solidFill>
              </a:defRPr>
            </a:lvl1pPr>
            <a:lvl2pPr algn="l">
              <a:defRPr sz="2475" b="1">
                <a:solidFill>
                  <a:srgbClr val="FFFFFF"/>
                </a:solidFill>
              </a:defRPr>
            </a:lvl2pPr>
            <a:lvl3pPr algn="l">
              <a:defRPr sz="2475" b="1">
                <a:solidFill>
                  <a:srgbClr val="FFFFFF"/>
                </a:solidFill>
              </a:defRPr>
            </a:lvl3pPr>
            <a:lvl4pPr algn="l">
              <a:defRPr sz="2475" b="1">
                <a:solidFill>
                  <a:srgbClr val="FFFFFF"/>
                </a:solidFill>
              </a:defRPr>
            </a:lvl4pPr>
            <a:lvl5pPr algn="l">
              <a:defRPr sz="2475" b="1">
                <a:solidFill>
                  <a:srgbClr val="FFFFFF"/>
                </a:solidFill>
              </a:defRPr>
            </a:lvl5pPr>
            <a:lvl6pPr algn="l">
              <a:defRPr sz="2475" b="1">
                <a:solidFill>
                  <a:srgbClr val="FFFFFF"/>
                </a:solidFill>
              </a:defRPr>
            </a:lvl6pPr>
            <a:lvl7pPr algn="l">
              <a:defRPr sz="2475" b="1">
                <a:solidFill>
                  <a:srgbClr val="FFFFFF"/>
                </a:solidFill>
              </a:defRPr>
            </a:lvl7pPr>
            <a:lvl8pPr algn="l">
              <a:defRPr sz="2475" b="1">
                <a:solidFill>
                  <a:srgbClr val="FFFFFF"/>
                </a:solidFill>
              </a:defRPr>
            </a:lvl8pPr>
            <a:lvl9pPr algn="l">
              <a:defRPr sz="2475" b="1">
                <a:solidFill>
                  <a:srgbClr val="FFFFFF"/>
                </a:solidFill>
              </a:defRPr>
            </a:lvl9pPr>
          </a:lstStyle>
          <a:p xmlns:a="http://schemas.openxmlformats.org/drawingml/2006/main">
            <a:pPr algn="l">
              <a:defRPr sz="2475" b="1">
                <a:solidFill>
                  <a:srgbClr val="FFFFFF"/>
                </a:solidFill>
              </a:defRPr>
            </a:pPr>
            <a:r>
              <a:rPr sz="2475" b="1">
                <a:solidFill>
                  <a:srgbClr val="FFFFFF"/>
                </a:solidFill>
              </a:rPr>
              <a:t>実装動画：Centripetal Catmull-Rom スプライン</a:t>
            </a:r>
          </a:p>
        </p:txBody>
      </p:sp>
      <p:sp>
        <p:nvSpPr>
          <p:cNvPr id="2" name="">
            <a:extLst xmlns:a="http://schemas.openxmlformats.org/drawingml/2006/main">
              <a:ext uri="{FF2B5EF4-FFF2-40B4-BE49-F238E27FC236}">
                <a16:creationId xmlns:a16="http://schemas.microsoft.com/office/drawing/2014/main" id="{2E76ABA3-7A75-4A7C-94B1-8AAF510ECA02}"/>
              </a:ext>
            </a:extLst>
          </p:cNvPr>
          <p:cNvSpPr>
            <a:spLocks xmlns:a="http://schemas.openxmlformats.org/drawingml/2006/main" noGrp="1"/>
          </p:cNvSpPr>
          <p:nvPr/>
        </p:nvSpPr>
        <p:spPr>
          <a:xfrm xmlns:a="http://schemas.openxmlformats.org/drawingml/2006/main">
            <a:off x="10877550" y="4953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39D7FF"/>
                </a:solidFill>
              </a:defRPr>
            </a:defPPr>
            <a:lvl1pPr algn="r">
              <a:defRPr sz="1050" b="1">
                <a:solidFill>
                  <a:srgbClr val="39D7FF"/>
                </a:solidFill>
              </a:defRPr>
            </a:lvl1pPr>
            <a:lvl2pPr algn="r">
              <a:defRPr sz="1050" b="1">
                <a:solidFill>
                  <a:srgbClr val="39D7FF"/>
                </a:solidFill>
              </a:defRPr>
            </a:lvl2pPr>
            <a:lvl3pPr algn="r">
              <a:defRPr sz="1050" b="1">
                <a:solidFill>
                  <a:srgbClr val="39D7FF"/>
                </a:solidFill>
              </a:defRPr>
            </a:lvl3pPr>
            <a:lvl4pPr algn="r">
              <a:defRPr sz="1050" b="1">
                <a:solidFill>
                  <a:srgbClr val="39D7FF"/>
                </a:solidFill>
              </a:defRPr>
            </a:lvl4pPr>
            <a:lvl5pPr algn="r">
              <a:defRPr sz="1050" b="1">
                <a:solidFill>
                  <a:srgbClr val="39D7FF"/>
                </a:solidFill>
              </a:defRPr>
            </a:lvl5pPr>
            <a:lvl6pPr algn="r">
              <a:defRPr sz="1050" b="1">
                <a:solidFill>
                  <a:srgbClr val="39D7FF"/>
                </a:solidFill>
              </a:defRPr>
            </a:lvl6pPr>
            <a:lvl7pPr algn="r">
              <a:defRPr sz="1050" b="1">
                <a:solidFill>
                  <a:srgbClr val="39D7FF"/>
                </a:solidFill>
              </a:defRPr>
            </a:lvl7pPr>
            <a:lvl8pPr algn="r">
              <a:defRPr sz="1050" b="1">
                <a:solidFill>
                  <a:srgbClr val="39D7FF"/>
                </a:solidFill>
              </a:defRPr>
            </a:lvl8pPr>
            <a:lvl9pPr algn="r">
              <a:defRPr sz="1050" b="1">
                <a:solidFill>
                  <a:srgbClr val="39D7FF"/>
                </a:solidFill>
              </a:defRPr>
            </a:lvl9pPr>
          </a:lstStyle>
          <a:p xmlns:a="http://schemas.openxmlformats.org/drawingml/2006/main">
            <a:pPr algn="r">
              <a:defRPr sz="1050" b="1">
                <a:solidFill>
                  <a:srgbClr val="39D7FF"/>
                </a:solidFill>
              </a:defRPr>
            </a:pPr>
            <a:r>
              <a:rPr sz="1050" b="1">
                <a:solidFill>
                  <a:srgbClr val="39D7FF"/>
                </a:solidFill>
              </a:rPr>
              <a:t>09</a:t>
            </a:r>
          </a:p>
        </p:txBody>
      </p:sp>
      <p:sp>
        <p:nvSpPr>
          <p:cNvPr id="3" name="">
            <a:extLst xmlns:a="http://schemas.openxmlformats.org/drawingml/2006/main">
              <a:ext uri="{FF2B5EF4-FFF2-40B4-BE49-F238E27FC236}">
                <a16:creationId xmlns:a16="http://schemas.microsoft.com/office/drawing/2014/main" id="{790A1149-F33F-4A37-8C3F-0F88621CD76E}"/>
              </a:ext>
            </a:extLst>
          </p:cNvPr>
          <p:cNvSpPr>
            <a:spLocks xmlns:a="http://schemas.openxmlformats.org/drawingml/2006/main" noGrp="1"/>
          </p:cNvSpPr>
          <p:nvPr/>
        </p:nvSpPr>
        <p:spPr>
          <a:xfrm xmlns:a="http://schemas.openxmlformats.org/drawingml/2006/main">
            <a:off x="647700" y="1000125"/>
            <a:ext cx="10896600" cy="190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1FE3D3E-AC2E-4854-B7AA-A92DE2FA50B0}"/>
              </a:ext>
            </a:extLst>
          </p:cNvPr>
          <p:cNvSpPr>
            <a:spLocks xmlns:a="http://schemas.openxmlformats.org/drawingml/2006/main" noGrp="1"/>
          </p:cNvSpPr>
          <p:nvPr/>
        </p:nvSpPr>
        <p:spPr>
          <a:xfrm xmlns:a="http://schemas.openxmlformats.org/drawingml/2006/main">
            <a:off x="666750" y="12763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FFFFFF"/>
                </a:solidFill>
              </a:defRPr>
            </a:defPPr>
            <a:lvl1pPr algn="l">
              <a:defRPr sz="1650" b="1">
                <a:solidFill>
                  <a:srgbClr val="FFFFFF"/>
                </a:solidFill>
              </a:defRPr>
            </a:lvl1pPr>
            <a:lvl2pPr algn="l">
              <a:defRPr sz="1650" b="1">
                <a:solidFill>
                  <a:srgbClr val="FFFFFF"/>
                </a:solidFill>
              </a:defRPr>
            </a:lvl2pPr>
            <a:lvl3pPr algn="l">
              <a:defRPr sz="1650" b="1">
                <a:solidFill>
                  <a:srgbClr val="FFFFFF"/>
                </a:solidFill>
              </a:defRPr>
            </a:lvl3pPr>
            <a:lvl4pPr algn="l">
              <a:defRPr sz="1650" b="1">
                <a:solidFill>
                  <a:srgbClr val="FFFFFF"/>
                </a:solidFill>
              </a:defRPr>
            </a:lvl4pPr>
            <a:lvl5pPr algn="l">
              <a:defRPr sz="1650" b="1">
                <a:solidFill>
                  <a:srgbClr val="FFFFFF"/>
                </a:solidFill>
              </a:defRPr>
            </a:lvl5pPr>
            <a:lvl6pPr algn="l">
              <a:defRPr sz="1650" b="1">
                <a:solidFill>
                  <a:srgbClr val="FFFFFF"/>
                </a:solidFill>
              </a:defRPr>
            </a:lvl6pPr>
            <a:lvl7pPr algn="l">
              <a:defRPr sz="1650" b="1">
                <a:solidFill>
                  <a:srgbClr val="FFFFFF"/>
                </a:solidFill>
              </a:defRPr>
            </a:lvl7pPr>
            <a:lvl8pPr algn="l">
              <a:defRPr sz="1650" b="1">
                <a:solidFill>
                  <a:srgbClr val="FFFFFF"/>
                </a:solidFill>
              </a:defRPr>
            </a:lvl8pPr>
            <a:lvl9pPr algn="l">
              <a:defRPr sz="1650" b="1">
                <a:solidFill>
                  <a:srgbClr val="FFFFFF"/>
                </a:solidFill>
              </a:defRPr>
            </a:lvl9pPr>
          </a:lstStyle>
          <a:p xmlns:a="http://schemas.openxmlformats.org/drawingml/2006/main">
            <a:pPr algn="l">
              <a:defRPr sz="1650" b="1">
                <a:solidFill>
                  <a:srgbClr val="FFFFFF"/>
                </a:solidFill>
              </a:defRPr>
            </a:pPr>
            <a:r>
              <a:rPr sz="1650" b="1">
                <a:solidFill>
                  <a:srgbClr val="FFFFFF"/>
                </a:solidFill>
              </a:rPr>
              <a:t>実装後の動きで、技術が画面上でどう見えるかを確認する</a:t>
            </a:r>
          </a:p>
        </p:txBody>
      </p:sp>
      <p:sp>
        <p:nvSpPr>
          <p:cNvPr id="5" name="">
            <a:extLst xmlns:a="http://schemas.openxmlformats.org/drawingml/2006/main">
              <a:ext uri="{FF2B5EF4-FFF2-40B4-BE49-F238E27FC236}">
                <a16:creationId xmlns:a16="http://schemas.microsoft.com/office/drawing/2014/main" id="{A3533094-846F-4A23-97CC-433B772564C5}"/>
              </a:ext>
            </a:extLst>
          </p:cNvPr>
          <p:cNvSpPr>
            <a:spLocks xmlns:a="http://schemas.openxmlformats.org/drawingml/2006/main" noGrp="1"/>
          </p:cNvSpPr>
          <p:nvPr/>
        </p:nvSpPr>
        <p:spPr>
          <a:xfrm xmlns:a="http://schemas.openxmlformats.org/drawingml/2006/main">
            <a:off x="1619250" y="1905000"/>
            <a:ext cx="8953500" cy="3333750"/>
          </a:xfrm>
          <a:prstGeom xmlns:a="http://schemas.openxmlformats.org/drawingml/2006/main" prst="roundRect">
            <a:avLst>
              <a:gd name="adj" fmla="val 2286"/>
            </a:avLst>
          </a:prstGeom>
          <a:solidFill xmlns:a="http://schemas.openxmlformats.org/drawingml/2006/main">
            <a:srgbClr val="0B2132"/>
          </a:solidFill>
          <a:ln xmlns:a="http://schemas.openxmlformats.org/drawingml/2006/main" w="9525">
            <a:solidFill>
              <a:srgbClr val="39D7FF"/>
            </a:solidFill>
            <a:prstDash val="solid"/>
          </a:ln>
        </p:spPr>
      </p:sp>
      <p:pic>
        <p:nvPicPr>
          <p:cNvPr id="6" name="">
            <a:extLst xmlns:a="http://schemas.openxmlformats.org/drawingml/2006/main">
              <a:ext uri="{FF2B5EF4-FFF2-40B4-BE49-F238E27FC236}">
                <a16:creationId xmlns:a16="http://schemas.microsoft.com/office/drawing/2014/main" id="{11A35B55-A7D3-4358-9157-BE90C2BC9DB3}"/>
              </a:ext>
            </a:extLst>
          </p:cNvPr>
          <p:cNvPicPr>
            <a:picLocks xmlns:a="http://schemas.openxmlformats.org/drawingml/2006/main" noChangeAspect="1"/>
          </p:cNvPicPr>
          <p:nvPr/>
        </p:nvPicPr>
        <p:blipFill>
          <a:blip xmlns:r="http://schemas.openxmlformats.org/officeDocument/2006/relationships" xmlns:a="http://schemas.openxmlformats.org/drawingml/2006/main" r:embed="R684667c77c4943ba"/>
          <a:srcRect xmlns:a="http://schemas.openxmlformats.org/drawingml/2006/main" l="0" t="15739" r="0" b="15739"/>
          <a:stretch xmlns:a="http://schemas.openxmlformats.org/drawingml/2006/main">
            <a:fillRect l="0" t="0" r="0" b="0"/>
          </a:stretch>
        </p:blipFill>
        <p:spPr>
          <a:xfrm xmlns:a="http://schemas.openxmlformats.org/drawingml/2006/main">
            <a:off x="1647825" y="1933575"/>
            <a:ext cx="8896350" cy="3276600"/>
          </a:xfrm>
          <a:prstGeom xmlns:a="http://schemas.openxmlformats.org/drawingml/2006/main" prst="roundRect">
            <a:avLst>
              <a:gd name="adj" fmla="val 3488"/>
            </a:avLst>
          </a:prstGeom>
        </p:spPr>
      </p:pic>
      <p:sp>
        <p:nvSpPr>
          <p:cNvPr id="7" name="">
            <a:extLst xmlns:a="http://schemas.openxmlformats.org/drawingml/2006/main">
              <a:ext uri="{FF2B5EF4-FFF2-40B4-BE49-F238E27FC236}">
                <a16:creationId xmlns:a16="http://schemas.microsoft.com/office/drawing/2014/main" id="{CCE32293-0283-4C6A-9D30-33B238FD411F}"/>
              </a:ext>
            </a:extLst>
          </p:cNvPr>
          <p:cNvSpPr>
            <a:spLocks xmlns:a="http://schemas.openxmlformats.org/drawingml/2006/main" noGrp="1"/>
          </p:cNvSpPr>
          <p:nvPr/>
        </p:nvSpPr>
        <p:spPr>
          <a:xfrm xmlns:a="http://schemas.openxmlformats.org/drawingml/2006/main">
            <a:off x="1647825" y="1933575"/>
            <a:ext cx="8896350" cy="400050"/>
          </a:xfrm>
          <a:prstGeom xmlns:a="http://schemas.openxmlformats.org/drawingml/2006/main" prst="rect">
            <a:avLst/>
          </a:prstGeom>
          <a:solidFill xmlns:a="http://schemas.openxmlformats.org/drawingml/2006/main">
            <a:srgbClr val="0713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FBACA9F-F308-4F80-A618-DFC8C9053A14}"/>
              </a:ext>
            </a:extLst>
          </p:cNvPr>
          <p:cNvSpPr>
            <a:spLocks xmlns:a="http://schemas.openxmlformats.org/drawingml/2006/main" noGrp="1"/>
          </p:cNvSpPr>
          <p:nvPr/>
        </p:nvSpPr>
        <p:spPr>
          <a:xfrm xmlns:a="http://schemas.openxmlformats.org/drawingml/2006/main">
            <a:off x="1790700" y="200977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39D7FF"/>
                </a:solidFill>
              </a:defRPr>
            </a:defPPr>
            <a:lvl1pPr algn="l">
              <a:defRPr sz="900" b="1">
                <a:solidFill>
                  <a:srgbClr val="39D7FF"/>
                </a:solidFill>
              </a:defRPr>
            </a:lvl1pPr>
            <a:lvl2pPr algn="l">
              <a:defRPr sz="900" b="1">
                <a:solidFill>
                  <a:srgbClr val="39D7FF"/>
                </a:solidFill>
              </a:defRPr>
            </a:lvl2pPr>
            <a:lvl3pPr algn="l">
              <a:defRPr sz="900" b="1">
                <a:solidFill>
                  <a:srgbClr val="39D7FF"/>
                </a:solidFill>
              </a:defRPr>
            </a:lvl3pPr>
            <a:lvl4pPr algn="l">
              <a:defRPr sz="900" b="1">
                <a:solidFill>
                  <a:srgbClr val="39D7FF"/>
                </a:solidFill>
              </a:defRPr>
            </a:lvl4pPr>
            <a:lvl5pPr algn="l">
              <a:defRPr sz="900" b="1">
                <a:solidFill>
                  <a:srgbClr val="39D7FF"/>
                </a:solidFill>
              </a:defRPr>
            </a:lvl5pPr>
            <a:lvl6pPr algn="l">
              <a:defRPr sz="900" b="1">
                <a:solidFill>
                  <a:srgbClr val="39D7FF"/>
                </a:solidFill>
              </a:defRPr>
            </a:lvl6pPr>
            <a:lvl7pPr algn="l">
              <a:defRPr sz="900" b="1">
                <a:solidFill>
                  <a:srgbClr val="39D7FF"/>
                </a:solidFill>
              </a:defRPr>
            </a:lvl7pPr>
            <a:lvl8pPr algn="l">
              <a:defRPr sz="900" b="1">
                <a:solidFill>
                  <a:srgbClr val="39D7FF"/>
                </a:solidFill>
              </a:defRPr>
            </a:lvl8pPr>
            <a:lvl9pPr algn="l">
              <a:defRPr sz="900" b="1">
                <a:solidFill>
                  <a:srgbClr val="39D7FF"/>
                </a:solidFill>
              </a:defRPr>
            </a:lvl9pPr>
          </a:lstStyle>
          <a:p xmlns:a="http://schemas.openxmlformats.org/drawingml/2006/main">
            <a:pPr algn="l">
              <a:defRPr sz="900" b="1">
                <a:solidFill>
                  <a:srgbClr val="39D7FF"/>
                </a:solidFill>
              </a:defRPr>
            </a:pPr>
            <a:r>
              <a:rPr sz="900" b="1">
                <a:solidFill>
                  <a:srgbClr val="39D7FF"/>
                </a:solidFill>
              </a:rPr>
              <a:t>VIDEO</a:t>
            </a:r>
          </a:p>
        </p:txBody>
      </p:sp>
      <p:sp>
        <p:nvSpPr>
          <p:cNvPr id="9" name="">
            <a:extLst xmlns:a="http://schemas.openxmlformats.org/drawingml/2006/main">
              <a:ext uri="{FF2B5EF4-FFF2-40B4-BE49-F238E27FC236}">
                <a16:creationId xmlns:a16="http://schemas.microsoft.com/office/drawing/2014/main" id="{11126D79-C605-4B1F-B1F2-BE4952F44B60}"/>
              </a:ext>
            </a:extLst>
          </p:cNvPr>
          <p:cNvSpPr>
            <a:spLocks xmlns:a="http://schemas.openxmlformats.org/drawingml/2006/main" noGrp="1"/>
          </p:cNvSpPr>
          <p:nvPr/>
        </p:nvSpPr>
        <p:spPr>
          <a:xfrm xmlns:a="http://schemas.openxmlformats.org/drawingml/2006/main">
            <a:off x="2457450" y="1981200"/>
            <a:ext cx="788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FFFFFF"/>
                </a:solidFill>
              </a:defRPr>
            </a:defPPr>
            <a:lvl1pPr algn="l">
              <a:defRPr sz="1200" b="1">
                <a:solidFill>
                  <a:srgbClr val="FFFFFF"/>
                </a:solidFill>
              </a:defRPr>
            </a:lvl1pPr>
            <a:lvl2pPr algn="l">
              <a:defRPr sz="1200" b="1">
                <a:solidFill>
                  <a:srgbClr val="FFFFFF"/>
                </a:solidFill>
              </a:defRPr>
            </a:lvl2pPr>
            <a:lvl3pPr algn="l">
              <a:defRPr sz="1200" b="1">
                <a:solidFill>
                  <a:srgbClr val="FFFFFF"/>
                </a:solidFill>
              </a:defRPr>
            </a:lvl3pPr>
            <a:lvl4pPr algn="l">
              <a:defRPr sz="1200" b="1">
                <a:solidFill>
                  <a:srgbClr val="FFFFFF"/>
                </a:solidFill>
              </a:defRPr>
            </a:lvl4pPr>
            <a:lvl5pPr algn="l">
              <a:defRPr sz="1200" b="1">
                <a:solidFill>
                  <a:srgbClr val="FFFFFF"/>
                </a:solidFill>
              </a:defRPr>
            </a:lvl5pPr>
            <a:lvl6pPr algn="l">
              <a:defRPr sz="1200" b="1">
                <a:solidFill>
                  <a:srgbClr val="FFFFFF"/>
                </a:solidFill>
              </a:defRPr>
            </a:lvl6pPr>
            <a:lvl7pPr algn="l">
              <a:defRPr sz="1200" b="1">
                <a:solidFill>
                  <a:srgbClr val="FFFFFF"/>
                </a:solidFill>
              </a:defRPr>
            </a:lvl7pPr>
            <a:lvl8pPr algn="l">
              <a:defRPr sz="1200" b="1">
                <a:solidFill>
                  <a:srgbClr val="FFFFFF"/>
                </a:solidFill>
              </a:defRPr>
            </a:lvl8pPr>
            <a:lvl9pPr algn="l">
              <a:defRPr sz="1200" b="1">
                <a:solidFill>
                  <a:srgbClr val="FFFFFF"/>
                </a:solidFill>
              </a:defRPr>
            </a:lvl9pPr>
          </a:lstStyle>
          <a:p xmlns:a="http://schemas.openxmlformats.org/drawingml/2006/main">
            <a:pPr algn="l">
              <a:defRPr sz="1200" b="1">
                <a:solidFill>
                  <a:srgbClr val="FFFFFF"/>
                </a:solidFill>
              </a:defRPr>
            </a:pPr>
            <a:r>
              <a:rPr sz="1200" b="1">
                <a:solidFill>
                  <a:srgbClr val="FFFFFF"/>
                </a:solidFill>
              </a:rPr>
              <a:t>Valkyrie Strike　実装映像</a:t>
            </a:r>
          </a:p>
        </p:txBody>
      </p:sp>
      <p:sp>
        <p:nvSpPr>
          <p:cNvPr id="10" name="">
            <a:extLst xmlns:a="http://schemas.openxmlformats.org/drawingml/2006/main">
              <a:ext uri="{FF2B5EF4-FFF2-40B4-BE49-F238E27FC236}">
                <a16:creationId xmlns:a16="http://schemas.microsoft.com/office/drawing/2014/main" id="{29436B72-EE81-440D-878F-55EBC0F3B6DB}"/>
              </a:ext>
            </a:extLst>
          </p:cNvPr>
          <p:cNvSpPr>
            <a:spLocks xmlns:a="http://schemas.openxmlformats.org/drawingml/2006/main" noGrp="1"/>
          </p:cNvSpPr>
          <p:nvPr/>
        </p:nvSpPr>
        <p:spPr>
          <a:xfrm xmlns:a="http://schemas.openxmlformats.org/drawingml/2006/main">
            <a:off x="5819775" y="3295650"/>
            <a:ext cx="552450" cy="552450"/>
          </a:xfrm>
          <a:prstGeom xmlns:a="http://schemas.openxmlformats.org/drawingml/2006/main" prst="ellipse">
            <a:avLst/>
          </a:prstGeom>
          <a:solidFill xmlns:a="http://schemas.openxmlformats.org/drawingml/2006/main">
            <a:srgbClr val="07131F"/>
          </a:solidFill>
          <a:ln xmlns:a="http://schemas.openxmlformats.org/drawingml/2006/main" w="9525">
            <a:solidFill>
              <a:srgbClr val="39D7FF"/>
            </a:solidFill>
            <a:prstDash val="solid"/>
          </a:ln>
        </p:spPr>
      </p:sp>
      <p:sp>
        <p:nvSpPr>
          <p:cNvPr id="11" name="">
            <a:extLst xmlns:a="http://schemas.openxmlformats.org/drawingml/2006/main">
              <a:ext uri="{FF2B5EF4-FFF2-40B4-BE49-F238E27FC236}">
                <a16:creationId xmlns:a16="http://schemas.microsoft.com/office/drawing/2014/main" id="{CCD90E43-7496-4CCB-8B66-B6CFDBD2815C}"/>
              </a:ext>
            </a:extLst>
          </p:cNvPr>
          <p:cNvSpPr>
            <a:spLocks xmlns:a="http://schemas.openxmlformats.org/drawingml/2006/main" noGrp="1"/>
          </p:cNvSpPr>
          <p:nvPr/>
        </p:nvSpPr>
        <p:spPr>
          <a:xfrm xmlns:a="http://schemas.openxmlformats.org/drawingml/2006/main">
            <a:off x="6019800" y="3448050"/>
            <a:ext cx="247650" cy="247650"/>
          </a:xfrm>
          <a:prstGeom xmlns:a="http://schemas.openxmlformats.org/drawingml/2006/main" prst="triangle">
            <a:avLst/>
          </a:prstGeom>
          <a:solidFill xmlns:a="http://schemas.openxmlformats.org/drawingml/2006/main">
            <a:srgbClr val="39D7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659BE79-FCB2-4A9A-BCAF-5DC38C29C0C0}"/>
              </a:ext>
            </a:extLst>
          </p:cNvPr>
          <p:cNvSpPr>
            <a:spLocks xmlns:a="http://schemas.openxmlformats.org/drawingml/2006/main" noGrp="1"/>
          </p:cNvSpPr>
          <p:nvPr/>
        </p:nvSpPr>
        <p:spPr>
          <a:xfrm xmlns:a="http://schemas.openxmlformats.org/drawingml/2006/main">
            <a:off x="1647825" y="4829175"/>
            <a:ext cx="8896350" cy="381000"/>
          </a:xfrm>
          <a:prstGeom xmlns:a="http://schemas.openxmlformats.org/drawingml/2006/main" prst="rect">
            <a:avLst/>
          </a:prstGeom>
          <a:solidFill xmlns:a="http://schemas.openxmlformats.org/drawingml/2006/main">
            <a:srgbClr val="0713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A2FAD2B-F4EB-45DF-BE1D-9B7DBD471C28}"/>
              </a:ext>
            </a:extLst>
          </p:cNvPr>
          <p:cNvSpPr>
            <a:spLocks xmlns:a="http://schemas.openxmlformats.org/drawingml/2006/main" noGrp="1"/>
          </p:cNvSpPr>
          <p:nvPr/>
        </p:nvSpPr>
        <p:spPr>
          <a:xfrm xmlns:a="http://schemas.openxmlformats.org/drawingml/2006/main">
            <a:off x="1771650" y="4905375"/>
            <a:ext cx="8648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00" b="0">
                <a:solidFill>
                  <a:srgbClr val="EAF6FF"/>
                </a:solidFill>
              </a:defRPr>
            </a:defPPr>
            <a:lvl1pPr algn="ctr">
              <a:defRPr sz="900" b="0">
                <a:solidFill>
                  <a:srgbClr val="EAF6FF"/>
                </a:solidFill>
              </a:defRPr>
            </a:lvl1pPr>
            <a:lvl2pPr algn="ctr">
              <a:defRPr sz="900" b="0">
                <a:solidFill>
                  <a:srgbClr val="EAF6FF"/>
                </a:solidFill>
              </a:defRPr>
            </a:lvl2pPr>
            <a:lvl3pPr algn="ctr">
              <a:defRPr sz="900" b="0">
                <a:solidFill>
                  <a:srgbClr val="EAF6FF"/>
                </a:solidFill>
              </a:defRPr>
            </a:lvl3pPr>
            <a:lvl4pPr algn="ctr">
              <a:defRPr sz="900" b="0">
                <a:solidFill>
                  <a:srgbClr val="EAF6FF"/>
                </a:solidFill>
              </a:defRPr>
            </a:lvl4pPr>
            <a:lvl5pPr algn="ctr">
              <a:defRPr sz="900" b="0">
                <a:solidFill>
                  <a:srgbClr val="EAF6FF"/>
                </a:solidFill>
              </a:defRPr>
            </a:lvl5pPr>
            <a:lvl6pPr algn="ctr">
              <a:defRPr sz="900" b="0">
                <a:solidFill>
                  <a:srgbClr val="EAF6FF"/>
                </a:solidFill>
              </a:defRPr>
            </a:lvl6pPr>
            <a:lvl7pPr algn="ctr">
              <a:defRPr sz="900" b="0">
                <a:solidFill>
                  <a:srgbClr val="EAF6FF"/>
                </a:solidFill>
              </a:defRPr>
            </a:lvl7pPr>
            <a:lvl8pPr algn="ctr">
              <a:defRPr sz="900" b="0">
                <a:solidFill>
                  <a:srgbClr val="EAF6FF"/>
                </a:solidFill>
              </a:defRPr>
            </a:lvl8pPr>
            <a:lvl9pPr algn="ctr">
              <a:defRPr sz="900" b="0">
                <a:solidFill>
                  <a:srgbClr val="EAF6FF"/>
                </a:solidFill>
              </a:defRPr>
            </a:lvl9pPr>
          </a:lstStyle>
          <a:p xmlns:a="http://schemas.openxmlformats.org/drawingml/2006/main">
            <a:pPr algn="ctr">
              <a:defRPr sz="900" b="0">
                <a:solidFill>
                  <a:srgbClr val="EAF6FF"/>
                </a:solidFill>
              </a:defRPr>
            </a:pPr>
            <a:r>
              <a:rPr sz="900" b="0">
                <a:solidFill>
                  <a:srgbClr val="EAF6FF"/>
                </a:solidFill>
              </a:rPr>
              <a:t>VALKYRIE STRIKE 2026-10-17 19-39-46.mp4</a:t>
            </a:r>
          </a:p>
        </p:txBody>
      </p:sp>
      <p:sp>
        <p:nvSpPr>
          <p:cNvPr id="14" name="">
            <a:extLst xmlns:a="http://schemas.openxmlformats.org/drawingml/2006/main">
              <a:ext uri="{FF2B5EF4-FFF2-40B4-BE49-F238E27FC236}">
                <a16:creationId xmlns:a16="http://schemas.microsoft.com/office/drawing/2014/main" id="{9DFD1D15-1BFF-44E5-9C05-E85F7F019F01}"/>
              </a:ext>
            </a:extLst>
          </p:cNvPr>
          <p:cNvSpPr>
            <a:spLocks xmlns:a="http://schemas.openxmlformats.org/drawingml/2006/main" noGrp="1"/>
          </p:cNvSpPr>
          <p:nvPr/>
        </p:nvSpPr>
        <p:spPr>
          <a:xfrm xmlns:a="http://schemas.openxmlformats.org/drawingml/2006/main">
            <a:off x="1524000" y="57150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39D7FF"/>
                </a:solidFill>
              </a:defRPr>
            </a:defPPr>
            <a:lvl1pPr algn="l">
              <a:defRPr sz="1350" b="1">
                <a:solidFill>
                  <a:srgbClr val="39D7FF"/>
                </a:solidFill>
              </a:defRPr>
            </a:lvl1pPr>
            <a:lvl2pPr algn="l">
              <a:defRPr sz="1350" b="1">
                <a:solidFill>
                  <a:srgbClr val="39D7FF"/>
                </a:solidFill>
              </a:defRPr>
            </a:lvl2pPr>
            <a:lvl3pPr algn="l">
              <a:defRPr sz="1350" b="1">
                <a:solidFill>
                  <a:srgbClr val="39D7FF"/>
                </a:solidFill>
              </a:defRPr>
            </a:lvl3pPr>
            <a:lvl4pPr algn="l">
              <a:defRPr sz="1350" b="1">
                <a:solidFill>
                  <a:srgbClr val="39D7FF"/>
                </a:solidFill>
              </a:defRPr>
            </a:lvl4pPr>
            <a:lvl5pPr algn="l">
              <a:defRPr sz="1350" b="1">
                <a:solidFill>
                  <a:srgbClr val="39D7FF"/>
                </a:solidFill>
              </a:defRPr>
            </a:lvl5pPr>
            <a:lvl6pPr algn="l">
              <a:defRPr sz="1350" b="1">
                <a:solidFill>
                  <a:srgbClr val="39D7FF"/>
                </a:solidFill>
              </a:defRPr>
            </a:lvl6pPr>
            <a:lvl7pPr algn="l">
              <a:defRPr sz="1350" b="1">
                <a:solidFill>
                  <a:srgbClr val="39D7FF"/>
                </a:solidFill>
              </a:defRPr>
            </a:lvl7pPr>
            <a:lvl8pPr algn="l">
              <a:defRPr sz="1350" b="1">
                <a:solidFill>
                  <a:srgbClr val="39D7FF"/>
                </a:solidFill>
              </a:defRPr>
            </a:lvl8pPr>
            <a:lvl9pPr algn="l">
              <a:defRPr sz="1350" b="1">
                <a:solidFill>
                  <a:srgbClr val="39D7FF"/>
                </a:solidFill>
              </a:defRPr>
            </a:lvl9pPr>
          </a:lstStyle>
          <a:p xmlns:a="http://schemas.openxmlformats.org/drawingml/2006/main">
            <a:pPr algn="l">
              <a:defRPr sz="1350" b="1">
                <a:solidFill>
                  <a:srgbClr val="39D7FF"/>
                </a:solidFill>
              </a:defRPr>
            </a:pPr>
            <a:r>
              <a:rPr sz="1350" b="1">
                <a:solidFill>
                  <a:srgbClr val="39D7FF"/>
                </a:solidFill>
              </a:rPr>
              <a:t>見る点</a:t>
            </a:r>
          </a:p>
        </p:txBody>
      </p:sp>
      <p:sp>
        <p:nvSpPr>
          <p:cNvPr id="15" name="">
            <a:extLst xmlns:a="http://schemas.openxmlformats.org/drawingml/2006/main">
              <a:ext uri="{FF2B5EF4-FFF2-40B4-BE49-F238E27FC236}">
                <a16:creationId xmlns:a16="http://schemas.microsoft.com/office/drawing/2014/main" id="{9F982296-F7B9-4C90-94D7-B12938068BCD}"/>
              </a:ext>
            </a:extLst>
          </p:cNvPr>
          <p:cNvSpPr>
            <a:spLocks xmlns:a="http://schemas.openxmlformats.org/drawingml/2006/main" noGrp="1"/>
          </p:cNvSpPr>
          <p:nvPr/>
        </p:nvSpPr>
        <p:spPr>
          <a:xfrm xmlns:a="http://schemas.openxmlformats.org/drawingml/2006/main">
            <a:off x="2381250" y="5686425"/>
            <a:ext cx="809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A8C1D1"/>
                </a:solidFill>
              </a:defRPr>
            </a:defPPr>
            <a:lvl1pPr algn="l">
              <a:defRPr sz="1425" b="1">
                <a:solidFill>
                  <a:srgbClr val="A8C1D1"/>
                </a:solidFill>
              </a:defRPr>
            </a:lvl1pPr>
            <a:lvl2pPr algn="l">
              <a:defRPr sz="1425" b="1">
                <a:solidFill>
                  <a:srgbClr val="A8C1D1"/>
                </a:solidFill>
              </a:defRPr>
            </a:lvl2pPr>
            <a:lvl3pPr algn="l">
              <a:defRPr sz="1425" b="1">
                <a:solidFill>
                  <a:srgbClr val="A8C1D1"/>
                </a:solidFill>
              </a:defRPr>
            </a:lvl3pPr>
            <a:lvl4pPr algn="l">
              <a:defRPr sz="1425" b="1">
                <a:solidFill>
                  <a:srgbClr val="A8C1D1"/>
                </a:solidFill>
              </a:defRPr>
            </a:lvl4pPr>
            <a:lvl5pPr algn="l">
              <a:defRPr sz="1425" b="1">
                <a:solidFill>
                  <a:srgbClr val="A8C1D1"/>
                </a:solidFill>
              </a:defRPr>
            </a:lvl5pPr>
            <a:lvl6pPr algn="l">
              <a:defRPr sz="1425" b="1">
                <a:solidFill>
                  <a:srgbClr val="A8C1D1"/>
                </a:solidFill>
              </a:defRPr>
            </a:lvl6pPr>
            <a:lvl7pPr algn="l">
              <a:defRPr sz="1425" b="1">
                <a:solidFill>
                  <a:srgbClr val="A8C1D1"/>
                </a:solidFill>
              </a:defRPr>
            </a:lvl7pPr>
            <a:lvl8pPr algn="l">
              <a:defRPr sz="1425" b="1">
                <a:solidFill>
                  <a:srgbClr val="A8C1D1"/>
                </a:solidFill>
              </a:defRPr>
            </a:lvl8pPr>
            <a:lvl9pPr algn="l">
              <a:defRPr sz="1425" b="1">
                <a:solidFill>
                  <a:srgbClr val="A8C1D1"/>
                </a:solidFill>
              </a:defRPr>
            </a:lvl9pPr>
          </a:lstStyle>
          <a:p xmlns:a="http://schemas.openxmlformats.org/drawingml/2006/main">
            <a:pPr algn="l">
              <a:defRPr sz="1425" b="1">
                <a:solidFill>
                  <a:srgbClr val="A8C1D1"/>
                </a:solidFill>
              </a:defRPr>
            </a:pPr>
            <a:r>
              <a:rPr sz="1425" b="1">
                <a:solidFill>
                  <a:srgbClr val="A8C1D1"/>
                </a:solidFill>
              </a:rPr>
              <a:t>急旋回しても軌跡が折れず、根元から自然な弧になるか</a:t>
            </a:r>
          </a:p>
        </p:txBody>
      </p:sp>
    </p:spTree>
    <p:extLst>
      <p:ext uri="{BB962C8B-B14F-4D97-AF65-F5344CB8AC3E}">
        <p14:creationId xmlns:p14="http://schemas.microsoft.com/office/powerpoint/2010/main" val="2101828206"/>
      </p:ext>
    </p:extLst>
  </p:cSld>
</p:sld>
</file>

<file path=ppt/slides/slide10.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3FFF9DF-4D93-4360-B5BB-E202740DEB4A}"/>
              </a:ext>
            </a:extLst>
          </p:cNvPr>
          <p:cNvSpPr>
            <a:spLocks xmlns:a="http://schemas.openxmlformats.org/drawingml/2006/main" noGrp="1"/>
          </p:cNvSpPr>
          <p:nvPr/>
        </p:nvSpPr>
        <p:spPr>
          <a:xfrm xmlns:a="http://schemas.openxmlformats.org/drawingml/2006/main">
            <a:off x="647700" y="4000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a:solidFill>
                  <a:srgbClr val="FFFFFF"/>
                </a:solidFill>
              </a:defRPr>
            </a:defPPr>
            <a:lvl1pPr algn="l">
              <a:defRPr sz="2475" b="1">
                <a:solidFill>
                  <a:srgbClr val="FFFFFF"/>
                </a:solidFill>
              </a:defRPr>
            </a:lvl1pPr>
            <a:lvl2pPr algn="l">
              <a:defRPr sz="2475" b="1">
                <a:solidFill>
                  <a:srgbClr val="FFFFFF"/>
                </a:solidFill>
              </a:defRPr>
            </a:lvl2pPr>
            <a:lvl3pPr algn="l">
              <a:defRPr sz="2475" b="1">
                <a:solidFill>
                  <a:srgbClr val="FFFFFF"/>
                </a:solidFill>
              </a:defRPr>
            </a:lvl3pPr>
            <a:lvl4pPr algn="l">
              <a:defRPr sz="2475" b="1">
                <a:solidFill>
                  <a:srgbClr val="FFFFFF"/>
                </a:solidFill>
              </a:defRPr>
            </a:lvl4pPr>
            <a:lvl5pPr algn="l">
              <a:defRPr sz="2475" b="1">
                <a:solidFill>
                  <a:srgbClr val="FFFFFF"/>
                </a:solidFill>
              </a:defRPr>
            </a:lvl5pPr>
            <a:lvl6pPr algn="l">
              <a:defRPr sz="2475" b="1">
                <a:solidFill>
                  <a:srgbClr val="FFFFFF"/>
                </a:solidFill>
              </a:defRPr>
            </a:lvl6pPr>
            <a:lvl7pPr algn="l">
              <a:defRPr sz="2475" b="1">
                <a:solidFill>
                  <a:srgbClr val="FFFFFF"/>
                </a:solidFill>
              </a:defRPr>
            </a:lvl7pPr>
            <a:lvl8pPr algn="l">
              <a:defRPr sz="2475" b="1">
                <a:solidFill>
                  <a:srgbClr val="FFFFFF"/>
                </a:solidFill>
              </a:defRPr>
            </a:lvl8pPr>
            <a:lvl9pPr algn="l">
              <a:defRPr sz="2475" b="1">
                <a:solidFill>
                  <a:srgbClr val="FFFFFF"/>
                </a:solidFill>
              </a:defRPr>
            </a:lvl9pPr>
          </a:lstStyle>
          <a:p xmlns:a="http://schemas.openxmlformats.org/drawingml/2006/main">
            <a:pPr algn="l">
              <a:defRPr sz="2475" b="1">
                <a:solidFill>
                  <a:srgbClr val="FFFFFF"/>
                </a:solidFill>
              </a:defRPr>
            </a:pPr>
            <a:r>
              <a:rPr sz="2475" b="1">
                <a:solidFill>
                  <a:srgbClr val="FFFFFF"/>
                </a:solidFill>
              </a:rPr>
              <a:t>技術 3：スプライン・スイープメッシュ</a:t>
            </a:r>
          </a:p>
        </p:txBody>
      </p:sp>
      <p:sp>
        <p:nvSpPr>
          <p:cNvPr id="2" name="">
            <a:extLst xmlns:a="http://schemas.openxmlformats.org/drawingml/2006/main">
              <a:ext uri="{FF2B5EF4-FFF2-40B4-BE49-F238E27FC236}">
                <a16:creationId xmlns:a16="http://schemas.microsoft.com/office/drawing/2014/main" id="{DF7AA689-C681-4C7E-A99D-A9518CAB9009}"/>
              </a:ext>
            </a:extLst>
          </p:cNvPr>
          <p:cNvSpPr>
            <a:spLocks xmlns:a="http://schemas.openxmlformats.org/drawingml/2006/main" noGrp="1"/>
          </p:cNvSpPr>
          <p:nvPr/>
        </p:nvSpPr>
        <p:spPr>
          <a:xfrm xmlns:a="http://schemas.openxmlformats.org/drawingml/2006/main">
            <a:off x="10877550" y="4953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39D7FF"/>
                </a:solidFill>
              </a:defRPr>
            </a:defPPr>
            <a:lvl1pPr algn="r">
              <a:defRPr sz="1050" b="1">
                <a:solidFill>
                  <a:srgbClr val="39D7FF"/>
                </a:solidFill>
              </a:defRPr>
            </a:lvl1pPr>
            <a:lvl2pPr algn="r">
              <a:defRPr sz="1050" b="1">
                <a:solidFill>
                  <a:srgbClr val="39D7FF"/>
                </a:solidFill>
              </a:defRPr>
            </a:lvl2pPr>
            <a:lvl3pPr algn="r">
              <a:defRPr sz="1050" b="1">
                <a:solidFill>
                  <a:srgbClr val="39D7FF"/>
                </a:solidFill>
              </a:defRPr>
            </a:lvl3pPr>
            <a:lvl4pPr algn="r">
              <a:defRPr sz="1050" b="1">
                <a:solidFill>
                  <a:srgbClr val="39D7FF"/>
                </a:solidFill>
              </a:defRPr>
            </a:lvl4pPr>
            <a:lvl5pPr algn="r">
              <a:defRPr sz="1050" b="1">
                <a:solidFill>
                  <a:srgbClr val="39D7FF"/>
                </a:solidFill>
              </a:defRPr>
            </a:lvl5pPr>
            <a:lvl6pPr algn="r">
              <a:defRPr sz="1050" b="1">
                <a:solidFill>
                  <a:srgbClr val="39D7FF"/>
                </a:solidFill>
              </a:defRPr>
            </a:lvl6pPr>
            <a:lvl7pPr algn="r">
              <a:defRPr sz="1050" b="1">
                <a:solidFill>
                  <a:srgbClr val="39D7FF"/>
                </a:solidFill>
              </a:defRPr>
            </a:lvl7pPr>
            <a:lvl8pPr algn="r">
              <a:defRPr sz="1050" b="1">
                <a:solidFill>
                  <a:srgbClr val="39D7FF"/>
                </a:solidFill>
              </a:defRPr>
            </a:lvl8pPr>
            <a:lvl9pPr algn="r">
              <a:defRPr sz="1050" b="1">
                <a:solidFill>
                  <a:srgbClr val="39D7FF"/>
                </a:solidFill>
              </a:defRPr>
            </a:lvl9pPr>
          </a:lstStyle>
          <a:p xmlns:a="http://schemas.openxmlformats.org/drawingml/2006/main">
            <a:pPr algn="r">
              <a:defRPr sz="1050" b="1">
                <a:solidFill>
                  <a:srgbClr val="39D7FF"/>
                </a:solidFill>
              </a:defRPr>
            </a:pPr>
            <a:r>
              <a:rPr sz="1050" b="1">
                <a:solidFill>
                  <a:srgbClr val="39D7FF"/>
                </a:solidFill>
              </a:rPr>
              <a:t>10</a:t>
            </a:r>
          </a:p>
        </p:txBody>
      </p:sp>
      <p:sp>
        <p:nvSpPr>
          <p:cNvPr id="3" name="">
            <a:extLst xmlns:a="http://schemas.openxmlformats.org/drawingml/2006/main">
              <a:ext uri="{FF2B5EF4-FFF2-40B4-BE49-F238E27FC236}">
                <a16:creationId xmlns:a16="http://schemas.microsoft.com/office/drawing/2014/main" id="{9735302D-268B-4D04-8E9A-86519F6B102D}"/>
              </a:ext>
            </a:extLst>
          </p:cNvPr>
          <p:cNvSpPr>
            <a:spLocks xmlns:a="http://schemas.openxmlformats.org/drawingml/2006/main" noGrp="1"/>
          </p:cNvSpPr>
          <p:nvPr/>
        </p:nvSpPr>
        <p:spPr>
          <a:xfrm xmlns:a="http://schemas.openxmlformats.org/drawingml/2006/main">
            <a:off x="647700" y="1000125"/>
            <a:ext cx="10896600" cy="190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C4ACEA4-0F72-4EC0-8974-C088B673EDBE}"/>
              </a:ext>
            </a:extLst>
          </p:cNvPr>
          <p:cNvSpPr>
            <a:spLocks xmlns:a="http://schemas.openxmlformats.org/drawingml/2006/main" noGrp="1"/>
          </p:cNvSpPr>
          <p:nvPr/>
        </p:nvSpPr>
        <p:spPr>
          <a:xfrm xmlns:a="http://schemas.openxmlformats.org/drawingml/2006/main">
            <a:off x="666750" y="129540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FFFFFF"/>
                </a:solidFill>
              </a:defRPr>
            </a:defPPr>
            <a:lvl1pPr algn="l">
              <a:defRPr sz="1875" b="1">
                <a:solidFill>
                  <a:srgbClr val="FFFFFF"/>
                </a:solidFill>
              </a:defRPr>
            </a:lvl1pPr>
            <a:lvl2pPr algn="l">
              <a:defRPr sz="1875" b="1">
                <a:solidFill>
                  <a:srgbClr val="FFFFFF"/>
                </a:solidFill>
              </a:defRPr>
            </a:lvl2pPr>
            <a:lvl3pPr algn="l">
              <a:defRPr sz="1875" b="1">
                <a:solidFill>
                  <a:srgbClr val="FFFFFF"/>
                </a:solidFill>
              </a:defRPr>
            </a:lvl3pPr>
            <a:lvl4pPr algn="l">
              <a:defRPr sz="1875" b="1">
                <a:solidFill>
                  <a:srgbClr val="FFFFFF"/>
                </a:solidFill>
              </a:defRPr>
            </a:lvl4pPr>
            <a:lvl5pPr algn="l">
              <a:defRPr sz="1875" b="1">
                <a:solidFill>
                  <a:srgbClr val="FFFFFF"/>
                </a:solidFill>
              </a:defRPr>
            </a:lvl5pPr>
            <a:lvl6pPr algn="l">
              <a:defRPr sz="1875" b="1">
                <a:solidFill>
                  <a:srgbClr val="FFFFFF"/>
                </a:solidFill>
              </a:defRPr>
            </a:lvl6pPr>
            <a:lvl7pPr algn="l">
              <a:defRPr sz="1875" b="1">
                <a:solidFill>
                  <a:srgbClr val="FFFFFF"/>
                </a:solidFill>
              </a:defRPr>
            </a:lvl7pPr>
            <a:lvl8pPr algn="l">
              <a:defRPr sz="1875" b="1">
                <a:solidFill>
                  <a:srgbClr val="FFFFFF"/>
                </a:solidFill>
              </a:defRPr>
            </a:lvl8pPr>
            <a:lvl9pPr algn="l">
              <a:defRPr sz="1875" b="1">
                <a:solidFill>
                  <a:srgbClr val="FFFFFF"/>
                </a:solidFill>
              </a:defRPr>
            </a:lvl9pPr>
          </a:lstStyle>
          <a:p xmlns:a="http://schemas.openxmlformats.org/drawingml/2006/main">
            <a:pPr algn="l">
              <a:defRPr sz="1875" b="1">
                <a:solidFill>
                  <a:srgbClr val="FFFFFF"/>
                </a:solidFill>
              </a:defRPr>
            </a:pPr>
            <a:r>
              <a:rPr sz="1875" b="1">
                <a:solidFill>
                  <a:srgbClr val="FFFFFF"/>
                </a:solidFill>
              </a:rPr>
              <a:t>曲線に沿って断面を並べ、曲がる立体炎を作る</a:t>
            </a:r>
          </a:p>
        </p:txBody>
      </p:sp>
      <p:sp>
        <p:nvSpPr>
          <p:cNvPr id="5" name="">
            <a:extLst xmlns:a="http://schemas.openxmlformats.org/drawingml/2006/main">
              <a:ext uri="{FF2B5EF4-FFF2-40B4-BE49-F238E27FC236}">
                <a16:creationId xmlns:a16="http://schemas.microsoft.com/office/drawing/2014/main" id="{C5D6FB38-2AC9-4AA0-9CC0-22EF67139FFF}"/>
              </a:ext>
            </a:extLst>
          </p:cNvPr>
          <p:cNvSpPr>
            <a:spLocks xmlns:a="http://schemas.openxmlformats.org/drawingml/2006/main" noGrp="1"/>
          </p:cNvSpPr>
          <p:nvPr/>
        </p:nvSpPr>
        <p:spPr>
          <a:xfrm xmlns:a="http://schemas.openxmlformats.org/drawingml/2006/main">
            <a:off x="742950" y="2095500"/>
            <a:ext cx="2343150" cy="1276350"/>
          </a:xfrm>
          <a:prstGeom xmlns:a="http://schemas.openxmlformats.org/drawingml/2006/main" prst="roundRect">
            <a:avLst>
              <a:gd name="adj" fmla="val 5970"/>
            </a:avLst>
          </a:prstGeom>
          <a:solidFill xmlns:a="http://schemas.openxmlformats.org/drawingml/2006/main">
            <a:srgbClr val="102E42"/>
          </a:solidFill>
          <a:ln xmlns:a="http://schemas.openxmlformats.org/drawingml/2006/main" w="9525">
            <a:solidFill>
              <a:srgbClr val="8D72FF"/>
            </a:solidFill>
            <a:prstDash val="solid"/>
          </a:ln>
        </p:spPr>
      </p:sp>
      <p:sp>
        <p:nvSpPr>
          <p:cNvPr id="6" name="">
            <a:extLst xmlns:a="http://schemas.openxmlformats.org/drawingml/2006/main">
              <a:ext uri="{FF2B5EF4-FFF2-40B4-BE49-F238E27FC236}">
                <a16:creationId xmlns:a16="http://schemas.microsoft.com/office/drawing/2014/main" id="{5DFB4EE7-8C7B-40FE-A488-E41BA8CAEC34}"/>
              </a:ext>
            </a:extLst>
          </p:cNvPr>
          <p:cNvSpPr>
            <a:spLocks xmlns:a="http://schemas.openxmlformats.org/drawingml/2006/main" noGrp="1"/>
          </p:cNvSpPr>
          <p:nvPr/>
        </p:nvSpPr>
        <p:spPr>
          <a:xfrm xmlns:a="http://schemas.openxmlformats.org/drawingml/2006/main">
            <a:off x="914400" y="23241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8D72FF"/>
                </a:solidFill>
              </a:defRPr>
            </a:defPPr>
            <a:lvl1pPr algn="ctr">
              <a:defRPr sz="1500" b="1">
                <a:solidFill>
                  <a:srgbClr val="8D72FF"/>
                </a:solidFill>
              </a:defRPr>
            </a:lvl1pPr>
            <a:lvl2pPr algn="ctr">
              <a:defRPr sz="1500" b="1">
                <a:solidFill>
                  <a:srgbClr val="8D72FF"/>
                </a:solidFill>
              </a:defRPr>
            </a:lvl2pPr>
            <a:lvl3pPr algn="ctr">
              <a:defRPr sz="1500" b="1">
                <a:solidFill>
                  <a:srgbClr val="8D72FF"/>
                </a:solidFill>
              </a:defRPr>
            </a:lvl3pPr>
            <a:lvl4pPr algn="ctr">
              <a:defRPr sz="1500" b="1">
                <a:solidFill>
                  <a:srgbClr val="8D72FF"/>
                </a:solidFill>
              </a:defRPr>
            </a:lvl4pPr>
            <a:lvl5pPr algn="ctr">
              <a:defRPr sz="1500" b="1">
                <a:solidFill>
                  <a:srgbClr val="8D72FF"/>
                </a:solidFill>
              </a:defRPr>
            </a:lvl5pPr>
            <a:lvl6pPr algn="ctr">
              <a:defRPr sz="1500" b="1">
                <a:solidFill>
                  <a:srgbClr val="8D72FF"/>
                </a:solidFill>
              </a:defRPr>
            </a:lvl6pPr>
            <a:lvl7pPr algn="ctr">
              <a:defRPr sz="1500" b="1">
                <a:solidFill>
                  <a:srgbClr val="8D72FF"/>
                </a:solidFill>
              </a:defRPr>
            </a:lvl7pPr>
            <a:lvl8pPr algn="ctr">
              <a:defRPr sz="1500" b="1">
                <a:solidFill>
                  <a:srgbClr val="8D72FF"/>
                </a:solidFill>
              </a:defRPr>
            </a:lvl8pPr>
            <a:lvl9pPr algn="ctr">
              <a:defRPr sz="1500" b="1">
                <a:solidFill>
                  <a:srgbClr val="8D72FF"/>
                </a:solidFill>
              </a:defRPr>
            </a:lvl9pPr>
          </a:lstStyle>
          <a:p xmlns:a="http://schemas.openxmlformats.org/drawingml/2006/main">
            <a:pPr algn="ctr">
              <a:defRPr sz="1500" b="1">
                <a:solidFill>
                  <a:srgbClr val="8D72FF"/>
                </a:solidFill>
              </a:defRPr>
            </a:pPr>
            <a:r>
              <a:rPr sz="1500" b="1">
                <a:solidFill>
                  <a:srgbClr val="8D72FF"/>
                </a:solidFill>
              </a:rPr>
              <a:t>形状</a:t>
            </a:r>
          </a:p>
        </p:txBody>
      </p:sp>
      <p:sp>
        <p:nvSpPr>
          <p:cNvPr id="7" name="">
            <a:extLst xmlns:a="http://schemas.openxmlformats.org/drawingml/2006/main">
              <a:ext uri="{FF2B5EF4-FFF2-40B4-BE49-F238E27FC236}">
                <a16:creationId xmlns:a16="http://schemas.microsoft.com/office/drawing/2014/main" id="{E685543A-714C-4F64-BB30-919930A5E650}"/>
              </a:ext>
            </a:extLst>
          </p:cNvPr>
          <p:cNvSpPr>
            <a:spLocks xmlns:a="http://schemas.openxmlformats.org/drawingml/2006/main" noGrp="1"/>
          </p:cNvSpPr>
          <p:nvPr/>
        </p:nvSpPr>
        <p:spPr>
          <a:xfrm xmlns:a="http://schemas.openxmlformats.org/drawingml/2006/main">
            <a:off x="914400" y="28003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EAF6FF"/>
                </a:solidFill>
              </a:defRPr>
            </a:defPPr>
            <a:lvl1pPr algn="ctr">
              <a:defRPr sz="1275" b="1">
                <a:solidFill>
                  <a:srgbClr val="EAF6FF"/>
                </a:solidFill>
              </a:defRPr>
            </a:lvl1pPr>
            <a:lvl2pPr algn="ctr">
              <a:defRPr sz="1275" b="1">
                <a:solidFill>
                  <a:srgbClr val="EAF6FF"/>
                </a:solidFill>
              </a:defRPr>
            </a:lvl2pPr>
            <a:lvl3pPr algn="ctr">
              <a:defRPr sz="1275" b="1">
                <a:solidFill>
                  <a:srgbClr val="EAF6FF"/>
                </a:solidFill>
              </a:defRPr>
            </a:lvl3pPr>
            <a:lvl4pPr algn="ctr">
              <a:defRPr sz="1275" b="1">
                <a:solidFill>
                  <a:srgbClr val="EAF6FF"/>
                </a:solidFill>
              </a:defRPr>
            </a:lvl4pPr>
            <a:lvl5pPr algn="ctr">
              <a:defRPr sz="1275" b="1">
                <a:solidFill>
                  <a:srgbClr val="EAF6FF"/>
                </a:solidFill>
              </a:defRPr>
            </a:lvl5pPr>
            <a:lvl6pPr algn="ctr">
              <a:defRPr sz="1275" b="1">
                <a:solidFill>
                  <a:srgbClr val="EAF6FF"/>
                </a:solidFill>
              </a:defRPr>
            </a:lvl6pPr>
            <a:lvl7pPr algn="ctr">
              <a:defRPr sz="1275" b="1">
                <a:solidFill>
                  <a:srgbClr val="EAF6FF"/>
                </a:solidFill>
              </a:defRPr>
            </a:lvl7pPr>
            <a:lvl8pPr algn="ctr">
              <a:defRPr sz="1275" b="1">
                <a:solidFill>
                  <a:srgbClr val="EAF6FF"/>
                </a:solidFill>
              </a:defRPr>
            </a:lvl8pPr>
            <a:lvl9pPr algn="ctr">
              <a:defRPr sz="1275" b="1">
                <a:solidFill>
                  <a:srgbClr val="EAF6FF"/>
                </a:solidFill>
              </a:defRPr>
            </a:lvl9pPr>
          </a:lstStyle>
          <a:p xmlns:a="http://schemas.openxmlformats.org/drawingml/2006/main">
            <a:pPr algn="ctr">
              <a:defRPr sz="1275" b="1">
                <a:solidFill>
                  <a:srgbClr val="EAF6FF"/>
                </a:solidFill>
              </a:defRPr>
            </a:pPr>
            <a:r>
              <a:rPr sz="1275" b="1">
                <a:solidFill>
                  <a:srgbClr val="EAF6FF"/>
                </a:solidFill>
              </a:rPr>
              <a:t>円形断面を連結</a:t>
            </a:r>
          </a:p>
        </p:txBody>
      </p:sp>
      <p:sp>
        <p:nvSpPr>
          <p:cNvPr id="8" name="">
            <a:extLst xmlns:a="http://schemas.openxmlformats.org/drawingml/2006/main">
              <a:ext uri="{FF2B5EF4-FFF2-40B4-BE49-F238E27FC236}">
                <a16:creationId xmlns:a16="http://schemas.microsoft.com/office/drawing/2014/main" id="{AF499A37-3956-499C-9A4D-DE5896F6419D}"/>
              </a:ext>
            </a:extLst>
          </p:cNvPr>
          <p:cNvSpPr>
            <a:spLocks xmlns:a="http://schemas.openxmlformats.org/drawingml/2006/main" noGrp="1"/>
          </p:cNvSpPr>
          <p:nvPr/>
        </p:nvSpPr>
        <p:spPr>
          <a:xfrm xmlns:a="http://schemas.openxmlformats.org/drawingml/2006/main">
            <a:off x="3409950" y="2095500"/>
            <a:ext cx="2343150" cy="1276350"/>
          </a:xfrm>
          <a:prstGeom xmlns:a="http://schemas.openxmlformats.org/drawingml/2006/main" prst="roundRect">
            <a:avLst>
              <a:gd name="adj" fmla="val 5970"/>
            </a:avLst>
          </a:prstGeom>
          <a:solidFill xmlns:a="http://schemas.openxmlformats.org/drawingml/2006/main">
            <a:srgbClr val="102E42"/>
          </a:solidFill>
          <a:ln xmlns:a="http://schemas.openxmlformats.org/drawingml/2006/main" w="9525">
            <a:solidFill>
              <a:srgbClr val="F161D5"/>
            </a:solidFill>
            <a:prstDash val="solid"/>
          </a:ln>
        </p:spPr>
      </p:sp>
      <p:sp>
        <p:nvSpPr>
          <p:cNvPr id="9" name="">
            <a:extLst xmlns:a="http://schemas.openxmlformats.org/drawingml/2006/main">
              <a:ext uri="{FF2B5EF4-FFF2-40B4-BE49-F238E27FC236}">
                <a16:creationId xmlns:a16="http://schemas.microsoft.com/office/drawing/2014/main" id="{DEAA6B71-00E3-47DA-8CBF-417869A6AA71}"/>
              </a:ext>
            </a:extLst>
          </p:cNvPr>
          <p:cNvSpPr>
            <a:spLocks xmlns:a="http://schemas.openxmlformats.org/drawingml/2006/main" noGrp="1"/>
          </p:cNvSpPr>
          <p:nvPr/>
        </p:nvSpPr>
        <p:spPr>
          <a:xfrm xmlns:a="http://schemas.openxmlformats.org/drawingml/2006/main">
            <a:off x="3581400" y="23241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161D5"/>
                </a:solidFill>
              </a:defRPr>
            </a:defPPr>
            <a:lvl1pPr algn="ctr">
              <a:defRPr sz="1500" b="1">
                <a:solidFill>
                  <a:srgbClr val="F161D5"/>
                </a:solidFill>
              </a:defRPr>
            </a:lvl1pPr>
            <a:lvl2pPr algn="ctr">
              <a:defRPr sz="1500" b="1">
                <a:solidFill>
                  <a:srgbClr val="F161D5"/>
                </a:solidFill>
              </a:defRPr>
            </a:lvl2pPr>
            <a:lvl3pPr algn="ctr">
              <a:defRPr sz="1500" b="1">
                <a:solidFill>
                  <a:srgbClr val="F161D5"/>
                </a:solidFill>
              </a:defRPr>
            </a:lvl3pPr>
            <a:lvl4pPr algn="ctr">
              <a:defRPr sz="1500" b="1">
                <a:solidFill>
                  <a:srgbClr val="F161D5"/>
                </a:solidFill>
              </a:defRPr>
            </a:lvl4pPr>
            <a:lvl5pPr algn="ctr">
              <a:defRPr sz="1500" b="1">
                <a:solidFill>
                  <a:srgbClr val="F161D5"/>
                </a:solidFill>
              </a:defRPr>
            </a:lvl5pPr>
            <a:lvl6pPr algn="ctr">
              <a:defRPr sz="1500" b="1">
                <a:solidFill>
                  <a:srgbClr val="F161D5"/>
                </a:solidFill>
              </a:defRPr>
            </a:lvl6pPr>
            <a:lvl7pPr algn="ctr">
              <a:defRPr sz="1500" b="1">
                <a:solidFill>
                  <a:srgbClr val="F161D5"/>
                </a:solidFill>
              </a:defRPr>
            </a:lvl7pPr>
            <a:lvl8pPr algn="ctr">
              <a:defRPr sz="1500" b="1">
                <a:solidFill>
                  <a:srgbClr val="F161D5"/>
                </a:solidFill>
              </a:defRPr>
            </a:lvl8pPr>
            <a:lvl9pPr algn="ctr">
              <a:defRPr sz="1500" b="1">
                <a:solidFill>
                  <a:srgbClr val="F161D5"/>
                </a:solidFill>
              </a:defRPr>
            </a:lvl9pPr>
          </a:lstStyle>
          <a:p xmlns:a="http://schemas.openxmlformats.org/drawingml/2006/main">
            <a:pPr algn="ctr">
              <a:defRPr sz="1500" b="1">
                <a:solidFill>
                  <a:srgbClr val="F161D5"/>
                </a:solidFill>
              </a:defRPr>
            </a:pPr>
            <a:r>
              <a:rPr sz="1500" b="1">
                <a:solidFill>
                  <a:srgbClr val="F161D5"/>
                </a:solidFill>
              </a:rPr>
              <a:t>質感</a:t>
            </a:r>
          </a:p>
        </p:txBody>
      </p:sp>
      <p:sp>
        <p:nvSpPr>
          <p:cNvPr id="10" name="">
            <a:extLst xmlns:a="http://schemas.openxmlformats.org/drawingml/2006/main">
              <a:ext uri="{FF2B5EF4-FFF2-40B4-BE49-F238E27FC236}">
                <a16:creationId xmlns:a16="http://schemas.microsoft.com/office/drawing/2014/main" id="{41D40B8C-8FA6-47CB-9D0E-7B01183D4DFA}"/>
              </a:ext>
            </a:extLst>
          </p:cNvPr>
          <p:cNvSpPr>
            <a:spLocks xmlns:a="http://schemas.openxmlformats.org/drawingml/2006/main" noGrp="1"/>
          </p:cNvSpPr>
          <p:nvPr/>
        </p:nvSpPr>
        <p:spPr>
          <a:xfrm xmlns:a="http://schemas.openxmlformats.org/drawingml/2006/main">
            <a:off x="3581400" y="28003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EAF6FF"/>
                </a:solidFill>
              </a:defRPr>
            </a:defPPr>
            <a:lvl1pPr algn="ctr">
              <a:defRPr sz="1275" b="1">
                <a:solidFill>
                  <a:srgbClr val="EAF6FF"/>
                </a:solidFill>
              </a:defRPr>
            </a:lvl1pPr>
            <a:lvl2pPr algn="ctr">
              <a:defRPr sz="1275" b="1">
                <a:solidFill>
                  <a:srgbClr val="EAF6FF"/>
                </a:solidFill>
              </a:defRPr>
            </a:lvl2pPr>
            <a:lvl3pPr algn="ctr">
              <a:defRPr sz="1275" b="1">
                <a:solidFill>
                  <a:srgbClr val="EAF6FF"/>
                </a:solidFill>
              </a:defRPr>
            </a:lvl3pPr>
            <a:lvl4pPr algn="ctr">
              <a:defRPr sz="1275" b="1">
                <a:solidFill>
                  <a:srgbClr val="EAF6FF"/>
                </a:solidFill>
              </a:defRPr>
            </a:lvl4pPr>
            <a:lvl5pPr algn="ctr">
              <a:defRPr sz="1275" b="1">
                <a:solidFill>
                  <a:srgbClr val="EAF6FF"/>
                </a:solidFill>
              </a:defRPr>
            </a:lvl5pPr>
            <a:lvl6pPr algn="ctr">
              <a:defRPr sz="1275" b="1">
                <a:solidFill>
                  <a:srgbClr val="EAF6FF"/>
                </a:solidFill>
              </a:defRPr>
            </a:lvl6pPr>
            <a:lvl7pPr algn="ctr">
              <a:defRPr sz="1275" b="1">
                <a:solidFill>
                  <a:srgbClr val="EAF6FF"/>
                </a:solidFill>
              </a:defRPr>
            </a:lvl7pPr>
            <a:lvl8pPr algn="ctr">
              <a:defRPr sz="1275" b="1">
                <a:solidFill>
                  <a:srgbClr val="EAF6FF"/>
                </a:solidFill>
              </a:defRPr>
            </a:lvl8pPr>
            <a:lvl9pPr algn="ctr">
              <a:defRPr sz="1275" b="1">
                <a:solidFill>
                  <a:srgbClr val="EAF6FF"/>
                </a:solidFill>
              </a:defRPr>
            </a:lvl9pPr>
          </a:lstStyle>
          <a:p xmlns:a="http://schemas.openxmlformats.org/drawingml/2006/main">
            <a:pPr algn="ctr">
              <a:defRPr sz="1275" b="1">
                <a:solidFill>
                  <a:srgbClr val="EAF6FF"/>
                </a:solidFill>
              </a:defRPr>
            </a:pPr>
            <a:r>
              <a:rPr sz="1275" b="1">
                <a:solidFill>
                  <a:srgbClr val="EAF6FF"/>
                </a:solidFill>
              </a:rPr>
              <a:t>外炎・中間層・白い芯</a:t>
            </a:r>
          </a:p>
        </p:txBody>
      </p:sp>
      <p:sp>
        <p:nvSpPr>
          <p:cNvPr id="11" name="">
            <a:extLst xmlns:a="http://schemas.openxmlformats.org/drawingml/2006/main">
              <a:ext uri="{FF2B5EF4-FFF2-40B4-BE49-F238E27FC236}">
                <a16:creationId xmlns:a16="http://schemas.microsoft.com/office/drawing/2014/main" id="{F950E498-40A8-46B0-B100-02FB09A53D00}"/>
              </a:ext>
            </a:extLst>
          </p:cNvPr>
          <p:cNvSpPr>
            <a:spLocks xmlns:a="http://schemas.openxmlformats.org/drawingml/2006/main" noGrp="1"/>
          </p:cNvSpPr>
          <p:nvPr/>
        </p:nvSpPr>
        <p:spPr>
          <a:xfrm xmlns:a="http://schemas.openxmlformats.org/drawingml/2006/main">
            <a:off x="6076950" y="2095500"/>
            <a:ext cx="2343150" cy="1276350"/>
          </a:xfrm>
          <a:prstGeom xmlns:a="http://schemas.openxmlformats.org/drawingml/2006/main" prst="roundRect">
            <a:avLst>
              <a:gd name="adj" fmla="val 5970"/>
            </a:avLst>
          </a:prstGeom>
          <a:solidFill xmlns:a="http://schemas.openxmlformats.org/drawingml/2006/main">
            <a:srgbClr val="102E42"/>
          </a:solidFill>
          <a:ln xmlns:a="http://schemas.openxmlformats.org/drawingml/2006/main" w="9525">
            <a:solidFill>
              <a:srgbClr val="39D7FF"/>
            </a:solidFill>
            <a:prstDash val="solid"/>
          </a:ln>
        </p:spPr>
      </p:sp>
      <p:sp>
        <p:nvSpPr>
          <p:cNvPr id="12" name="">
            <a:extLst xmlns:a="http://schemas.openxmlformats.org/drawingml/2006/main">
              <a:ext uri="{FF2B5EF4-FFF2-40B4-BE49-F238E27FC236}">
                <a16:creationId xmlns:a16="http://schemas.microsoft.com/office/drawing/2014/main" id="{F0F6D0B9-4DC0-4870-B9A1-C17E40D3C511}"/>
              </a:ext>
            </a:extLst>
          </p:cNvPr>
          <p:cNvSpPr>
            <a:spLocks xmlns:a="http://schemas.openxmlformats.org/drawingml/2006/main" noGrp="1"/>
          </p:cNvSpPr>
          <p:nvPr/>
        </p:nvSpPr>
        <p:spPr>
          <a:xfrm xmlns:a="http://schemas.openxmlformats.org/drawingml/2006/main">
            <a:off x="6248400" y="23241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39D7FF"/>
                </a:solidFill>
              </a:defRPr>
            </a:defPPr>
            <a:lvl1pPr algn="ctr">
              <a:defRPr sz="1500" b="1">
                <a:solidFill>
                  <a:srgbClr val="39D7FF"/>
                </a:solidFill>
              </a:defRPr>
            </a:lvl1pPr>
            <a:lvl2pPr algn="ctr">
              <a:defRPr sz="1500" b="1">
                <a:solidFill>
                  <a:srgbClr val="39D7FF"/>
                </a:solidFill>
              </a:defRPr>
            </a:lvl2pPr>
            <a:lvl3pPr algn="ctr">
              <a:defRPr sz="1500" b="1">
                <a:solidFill>
                  <a:srgbClr val="39D7FF"/>
                </a:solidFill>
              </a:defRPr>
            </a:lvl3pPr>
            <a:lvl4pPr algn="ctr">
              <a:defRPr sz="1500" b="1">
                <a:solidFill>
                  <a:srgbClr val="39D7FF"/>
                </a:solidFill>
              </a:defRPr>
            </a:lvl4pPr>
            <a:lvl5pPr algn="ctr">
              <a:defRPr sz="1500" b="1">
                <a:solidFill>
                  <a:srgbClr val="39D7FF"/>
                </a:solidFill>
              </a:defRPr>
            </a:lvl5pPr>
            <a:lvl6pPr algn="ctr">
              <a:defRPr sz="1500" b="1">
                <a:solidFill>
                  <a:srgbClr val="39D7FF"/>
                </a:solidFill>
              </a:defRPr>
            </a:lvl6pPr>
            <a:lvl7pPr algn="ctr">
              <a:defRPr sz="1500" b="1">
                <a:solidFill>
                  <a:srgbClr val="39D7FF"/>
                </a:solidFill>
              </a:defRPr>
            </a:lvl7pPr>
            <a:lvl8pPr algn="ctr">
              <a:defRPr sz="1500" b="1">
                <a:solidFill>
                  <a:srgbClr val="39D7FF"/>
                </a:solidFill>
              </a:defRPr>
            </a:lvl8pPr>
            <a:lvl9pPr algn="ctr">
              <a:defRPr sz="1500" b="1">
                <a:solidFill>
                  <a:srgbClr val="39D7FF"/>
                </a:solidFill>
              </a:defRPr>
            </a:lvl9pPr>
          </a:lstStyle>
          <a:p xmlns:a="http://schemas.openxmlformats.org/drawingml/2006/main">
            <a:pPr algn="ctr">
              <a:defRPr sz="1500" b="1">
                <a:solidFill>
                  <a:srgbClr val="39D7FF"/>
                </a:solidFill>
              </a:defRPr>
            </a:pPr>
            <a:r>
              <a:rPr sz="1500" b="1">
                <a:solidFill>
                  <a:srgbClr val="39D7FF"/>
                </a:solidFill>
              </a:rPr>
              <a:t>破綻防止</a:t>
            </a:r>
          </a:p>
        </p:txBody>
      </p:sp>
      <p:sp>
        <p:nvSpPr>
          <p:cNvPr id="13" name="">
            <a:extLst xmlns:a="http://schemas.openxmlformats.org/drawingml/2006/main">
              <a:ext uri="{FF2B5EF4-FFF2-40B4-BE49-F238E27FC236}">
                <a16:creationId xmlns:a16="http://schemas.microsoft.com/office/drawing/2014/main" id="{EB932D38-BE5F-46A5-9CD4-4DF801B5848A}"/>
              </a:ext>
            </a:extLst>
          </p:cNvPr>
          <p:cNvSpPr>
            <a:spLocks xmlns:a="http://schemas.openxmlformats.org/drawingml/2006/main" noGrp="1"/>
          </p:cNvSpPr>
          <p:nvPr/>
        </p:nvSpPr>
        <p:spPr>
          <a:xfrm xmlns:a="http://schemas.openxmlformats.org/drawingml/2006/main">
            <a:off x="6248400" y="28003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EAF6FF"/>
                </a:solidFill>
              </a:defRPr>
            </a:defPPr>
            <a:lvl1pPr algn="ctr">
              <a:defRPr sz="1275" b="1">
                <a:solidFill>
                  <a:srgbClr val="EAF6FF"/>
                </a:solidFill>
              </a:defRPr>
            </a:lvl1pPr>
            <a:lvl2pPr algn="ctr">
              <a:defRPr sz="1275" b="1">
                <a:solidFill>
                  <a:srgbClr val="EAF6FF"/>
                </a:solidFill>
              </a:defRPr>
            </a:lvl2pPr>
            <a:lvl3pPr algn="ctr">
              <a:defRPr sz="1275" b="1">
                <a:solidFill>
                  <a:srgbClr val="EAF6FF"/>
                </a:solidFill>
              </a:defRPr>
            </a:lvl3pPr>
            <a:lvl4pPr algn="ctr">
              <a:defRPr sz="1275" b="1">
                <a:solidFill>
                  <a:srgbClr val="EAF6FF"/>
                </a:solidFill>
              </a:defRPr>
            </a:lvl4pPr>
            <a:lvl5pPr algn="ctr">
              <a:defRPr sz="1275" b="1">
                <a:solidFill>
                  <a:srgbClr val="EAF6FF"/>
                </a:solidFill>
              </a:defRPr>
            </a:lvl5pPr>
            <a:lvl6pPr algn="ctr">
              <a:defRPr sz="1275" b="1">
                <a:solidFill>
                  <a:srgbClr val="EAF6FF"/>
                </a:solidFill>
              </a:defRPr>
            </a:lvl6pPr>
            <a:lvl7pPr algn="ctr">
              <a:defRPr sz="1275" b="1">
                <a:solidFill>
                  <a:srgbClr val="EAF6FF"/>
                </a:solidFill>
              </a:defRPr>
            </a:lvl7pPr>
            <a:lvl8pPr algn="ctr">
              <a:defRPr sz="1275" b="1">
                <a:solidFill>
                  <a:srgbClr val="EAF6FF"/>
                </a:solidFill>
              </a:defRPr>
            </a:lvl8pPr>
            <a:lvl9pPr algn="ctr">
              <a:defRPr sz="1275" b="1">
                <a:solidFill>
                  <a:srgbClr val="EAF6FF"/>
                </a:solidFill>
              </a:defRPr>
            </a:lvl9pPr>
          </a:lstStyle>
          <a:p xmlns:a="http://schemas.openxmlformats.org/drawingml/2006/main">
            <a:pPr algn="ctr">
              <a:defRPr sz="1275" b="1">
                <a:solidFill>
                  <a:srgbClr val="EAF6FF"/>
                </a:solidFill>
              </a:defRPr>
            </a:pPr>
            <a:r>
              <a:rPr sz="1275" b="1">
                <a:solidFill>
                  <a:srgbClr val="EAF6FF"/>
                </a:solidFill>
              </a:rPr>
              <a:t>平行移動フレーム</a:t>
            </a:r>
          </a:p>
        </p:txBody>
      </p:sp>
      <p:sp>
        <p:nvSpPr>
          <p:cNvPr id="14" name="">
            <a:extLst xmlns:a="http://schemas.openxmlformats.org/drawingml/2006/main">
              <a:ext uri="{FF2B5EF4-FFF2-40B4-BE49-F238E27FC236}">
                <a16:creationId xmlns:a16="http://schemas.microsoft.com/office/drawing/2014/main" id="{E90F537D-1B14-4D47-B998-E1EC37399F99}"/>
              </a:ext>
            </a:extLst>
          </p:cNvPr>
          <p:cNvSpPr>
            <a:spLocks xmlns:a="http://schemas.openxmlformats.org/drawingml/2006/main" noGrp="1"/>
          </p:cNvSpPr>
          <p:nvPr/>
        </p:nvSpPr>
        <p:spPr>
          <a:xfrm xmlns:a="http://schemas.openxmlformats.org/drawingml/2006/main">
            <a:off x="8905875" y="1924050"/>
            <a:ext cx="2190750" cy="3143250"/>
          </a:xfrm>
          <a:prstGeom xmlns:a="http://schemas.openxmlformats.org/drawingml/2006/main" prst="roundRect">
            <a:avLst>
              <a:gd name="adj" fmla="val 3478"/>
            </a:avLst>
          </a:prstGeom>
          <a:solidFill xmlns:a="http://schemas.openxmlformats.org/drawingml/2006/main">
            <a:srgbClr val="0B2132"/>
          </a:solidFill>
          <a:ln xmlns:a="http://schemas.openxmlformats.org/drawingml/2006/main" w="9525">
            <a:solidFill>
              <a:srgbClr val="8D72FF"/>
            </a:solidFill>
            <a:prstDash val="solid"/>
          </a:ln>
        </p:spPr>
      </p:sp>
      <p:sp>
        <p:nvSpPr>
          <p:cNvPr id="15" name="">
            <a:extLst xmlns:a="http://schemas.openxmlformats.org/drawingml/2006/main">
              <a:ext uri="{FF2B5EF4-FFF2-40B4-BE49-F238E27FC236}">
                <a16:creationId xmlns:a16="http://schemas.microsoft.com/office/drawing/2014/main" id="{0197991D-54F6-427C-A803-76A0E85BBCD3}"/>
              </a:ext>
            </a:extLst>
          </p:cNvPr>
          <p:cNvSpPr>
            <a:spLocks xmlns:a="http://schemas.openxmlformats.org/drawingml/2006/main" noGrp="1"/>
          </p:cNvSpPr>
          <p:nvPr/>
        </p:nvSpPr>
        <p:spPr>
          <a:xfrm xmlns:a="http://schemas.openxmlformats.org/drawingml/2006/main">
            <a:off x="9096375" y="21336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8D72FF"/>
                </a:solidFill>
              </a:defRPr>
            </a:defPPr>
            <a:lvl1pPr algn="ctr">
              <a:defRPr sz="1200" b="1">
                <a:solidFill>
                  <a:srgbClr val="8D72FF"/>
                </a:solidFill>
              </a:defRPr>
            </a:lvl1pPr>
            <a:lvl2pPr algn="ctr">
              <a:defRPr sz="1200" b="1">
                <a:solidFill>
                  <a:srgbClr val="8D72FF"/>
                </a:solidFill>
              </a:defRPr>
            </a:lvl2pPr>
            <a:lvl3pPr algn="ctr">
              <a:defRPr sz="1200" b="1">
                <a:solidFill>
                  <a:srgbClr val="8D72FF"/>
                </a:solidFill>
              </a:defRPr>
            </a:lvl3pPr>
            <a:lvl4pPr algn="ctr">
              <a:defRPr sz="1200" b="1">
                <a:solidFill>
                  <a:srgbClr val="8D72FF"/>
                </a:solidFill>
              </a:defRPr>
            </a:lvl4pPr>
            <a:lvl5pPr algn="ctr">
              <a:defRPr sz="1200" b="1">
                <a:solidFill>
                  <a:srgbClr val="8D72FF"/>
                </a:solidFill>
              </a:defRPr>
            </a:lvl5pPr>
            <a:lvl6pPr algn="ctr">
              <a:defRPr sz="1200" b="1">
                <a:solidFill>
                  <a:srgbClr val="8D72FF"/>
                </a:solidFill>
              </a:defRPr>
            </a:lvl6pPr>
            <a:lvl7pPr algn="ctr">
              <a:defRPr sz="1200" b="1">
                <a:solidFill>
                  <a:srgbClr val="8D72FF"/>
                </a:solidFill>
              </a:defRPr>
            </a:lvl7pPr>
            <a:lvl8pPr algn="ctr">
              <a:defRPr sz="1200" b="1">
                <a:solidFill>
                  <a:srgbClr val="8D72FF"/>
                </a:solidFill>
              </a:defRPr>
            </a:lvl8pPr>
            <a:lvl9pPr algn="ctr">
              <a:defRPr sz="1200" b="1">
                <a:solidFill>
                  <a:srgbClr val="8D72FF"/>
                </a:solidFill>
              </a:defRPr>
            </a:lvl9pPr>
          </a:lstStyle>
          <a:p xmlns:a="http://schemas.openxmlformats.org/drawingml/2006/main">
            <a:pPr algn="ctr">
              <a:defRPr sz="1200" b="1">
                <a:solidFill>
                  <a:srgbClr val="8D72FF"/>
                </a:solidFill>
              </a:defRPr>
            </a:pPr>
            <a:r>
              <a:rPr sz="1200" b="1">
                <a:solidFill>
                  <a:srgbClr val="8D72FF"/>
                </a:solidFill>
              </a:rPr>
              <a:t>断面を曲線へ配置</a:t>
            </a:r>
          </a:p>
        </p:txBody>
      </p:sp>
      <p:sp>
        <p:nvSpPr>
          <p:cNvPr id="16" name="">
            <a:extLst xmlns:a="http://schemas.openxmlformats.org/drawingml/2006/main">
              <a:ext uri="{FF2B5EF4-FFF2-40B4-BE49-F238E27FC236}">
                <a16:creationId xmlns:a16="http://schemas.microsoft.com/office/drawing/2014/main" id="{5E46D6A9-71C7-4210-8960-24A7CD629D6D}"/>
              </a:ext>
            </a:extLst>
          </p:cNvPr>
          <p:cNvSpPr>
            <a:spLocks xmlns:a="http://schemas.openxmlformats.org/drawingml/2006/main" noGrp="1"/>
          </p:cNvSpPr>
          <p:nvPr/>
        </p:nvSpPr>
        <p:spPr>
          <a:xfrm xmlns:a="http://schemas.openxmlformats.org/drawingml/2006/main">
            <a:off x="9267825" y="2743200"/>
            <a:ext cx="628650" cy="628650"/>
          </a:xfrm>
          <a:prstGeom xmlns:a="http://schemas.openxmlformats.org/drawingml/2006/main" prst="ellipse">
            <a:avLst/>
          </a:prstGeom>
          <a:solidFill xmlns:a="http://schemas.openxmlformats.org/drawingml/2006/main">
            <a:srgbClr val="8D72FF"/>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E7B32D66-A431-46E3-8B3D-9C3E6B8DCF0E}"/>
              </a:ext>
            </a:extLst>
          </p:cNvPr>
          <p:cNvSpPr>
            <a:spLocks xmlns:a="http://schemas.openxmlformats.org/drawingml/2006/main" noGrp="1"/>
          </p:cNvSpPr>
          <p:nvPr/>
        </p:nvSpPr>
        <p:spPr>
          <a:xfrm xmlns:a="http://schemas.openxmlformats.org/drawingml/2006/main">
            <a:off x="9410700" y="2886075"/>
            <a:ext cx="342900" cy="3429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323FEEA-03B4-4B01-A697-F429A70527BE}"/>
              </a:ext>
            </a:extLst>
          </p:cNvPr>
          <p:cNvSpPr>
            <a:spLocks xmlns:a="http://schemas.openxmlformats.org/drawingml/2006/main" noGrp="1"/>
          </p:cNvSpPr>
          <p:nvPr/>
        </p:nvSpPr>
        <p:spPr>
          <a:xfrm xmlns:a="http://schemas.openxmlformats.org/drawingml/2006/main">
            <a:off x="9629775" y="3200400"/>
            <a:ext cx="561975" cy="561975"/>
          </a:xfrm>
          <a:prstGeom xmlns:a="http://schemas.openxmlformats.org/drawingml/2006/main" prst="ellipse">
            <a:avLst/>
          </a:prstGeom>
          <a:solidFill xmlns:a="http://schemas.openxmlformats.org/drawingml/2006/main">
            <a:srgbClr val="8D72FF"/>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2B9C8004-AA36-4E51-9F27-BCB3C10B3124}"/>
              </a:ext>
            </a:extLst>
          </p:cNvPr>
          <p:cNvSpPr>
            <a:spLocks xmlns:a="http://schemas.openxmlformats.org/drawingml/2006/main" noGrp="1"/>
          </p:cNvSpPr>
          <p:nvPr/>
        </p:nvSpPr>
        <p:spPr>
          <a:xfrm xmlns:a="http://schemas.openxmlformats.org/drawingml/2006/main">
            <a:off x="9753600" y="3324225"/>
            <a:ext cx="295275" cy="29527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EF7E7E0-461B-4D5E-9861-E40028E82859}"/>
              </a:ext>
            </a:extLst>
          </p:cNvPr>
          <p:cNvSpPr>
            <a:spLocks xmlns:a="http://schemas.openxmlformats.org/drawingml/2006/main" noGrp="1"/>
          </p:cNvSpPr>
          <p:nvPr/>
        </p:nvSpPr>
        <p:spPr>
          <a:xfrm xmlns:a="http://schemas.openxmlformats.org/drawingml/2006/main">
            <a:off x="9991725" y="3695700"/>
            <a:ext cx="495300" cy="495300"/>
          </a:xfrm>
          <a:prstGeom xmlns:a="http://schemas.openxmlformats.org/drawingml/2006/main" prst="ellipse">
            <a:avLst/>
          </a:prstGeom>
          <a:solidFill xmlns:a="http://schemas.openxmlformats.org/drawingml/2006/main">
            <a:srgbClr val="8D72FF"/>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37912B1F-0BE0-435D-823D-A52529498902}"/>
              </a:ext>
            </a:extLst>
          </p:cNvPr>
          <p:cNvSpPr>
            <a:spLocks xmlns:a="http://schemas.openxmlformats.org/drawingml/2006/main" noGrp="1"/>
          </p:cNvSpPr>
          <p:nvPr/>
        </p:nvSpPr>
        <p:spPr>
          <a:xfrm xmlns:a="http://schemas.openxmlformats.org/drawingml/2006/main">
            <a:off x="10096500" y="3800475"/>
            <a:ext cx="247650" cy="2476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F4B9FD5-2CF2-4371-8DAB-E9FE09621735}"/>
              </a:ext>
            </a:extLst>
          </p:cNvPr>
          <p:cNvSpPr>
            <a:spLocks xmlns:a="http://schemas.openxmlformats.org/drawingml/2006/main" noGrp="1"/>
          </p:cNvSpPr>
          <p:nvPr/>
        </p:nvSpPr>
        <p:spPr>
          <a:xfrm xmlns:a="http://schemas.openxmlformats.org/drawingml/2006/main">
            <a:off x="10353675" y="4229100"/>
            <a:ext cx="428625" cy="428625"/>
          </a:xfrm>
          <a:prstGeom xmlns:a="http://schemas.openxmlformats.org/drawingml/2006/main" prst="ellipse">
            <a:avLst/>
          </a:prstGeom>
          <a:solidFill xmlns:a="http://schemas.openxmlformats.org/drawingml/2006/main">
            <a:srgbClr val="8D72FF"/>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3790FD5C-92CE-419B-AB2C-375286B3B607}"/>
              </a:ext>
            </a:extLst>
          </p:cNvPr>
          <p:cNvSpPr>
            <a:spLocks xmlns:a="http://schemas.openxmlformats.org/drawingml/2006/main" noGrp="1"/>
          </p:cNvSpPr>
          <p:nvPr/>
        </p:nvSpPr>
        <p:spPr>
          <a:xfrm xmlns:a="http://schemas.openxmlformats.org/drawingml/2006/main">
            <a:off x="10439400" y="4314825"/>
            <a:ext cx="200025" cy="20002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9AACDF2-000E-4EC2-B85E-17718A41838E}"/>
              </a:ext>
            </a:extLst>
          </p:cNvPr>
          <p:cNvSpPr>
            <a:spLocks xmlns:a="http://schemas.openxmlformats.org/drawingml/2006/main" noGrp="1"/>
          </p:cNvSpPr>
          <p:nvPr/>
        </p:nvSpPr>
        <p:spPr>
          <a:xfrm xmlns:a="http://schemas.openxmlformats.org/drawingml/2006/main">
            <a:off x="9144000" y="4476750"/>
            <a:ext cx="1733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0">
                <a:solidFill>
                  <a:srgbClr val="A8C1D1"/>
                </a:solidFill>
              </a:defRPr>
            </a:defPPr>
            <a:lvl1pPr algn="ctr">
              <a:defRPr sz="1275" b="0">
                <a:solidFill>
                  <a:srgbClr val="A8C1D1"/>
                </a:solidFill>
              </a:defRPr>
            </a:lvl1pPr>
            <a:lvl2pPr algn="ctr">
              <a:defRPr sz="1275" b="0">
                <a:solidFill>
                  <a:srgbClr val="A8C1D1"/>
                </a:solidFill>
              </a:defRPr>
            </a:lvl2pPr>
            <a:lvl3pPr algn="ctr">
              <a:defRPr sz="1275" b="0">
                <a:solidFill>
                  <a:srgbClr val="A8C1D1"/>
                </a:solidFill>
              </a:defRPr>
            </a:lvl3pPr>
            <a:lvl4pPr algn="ctr">
              <a:defRPr sz="1275" b="0">
                <a:solidFill>
                  <a:srgbClr val="A8C1D1"/>
                </a:solidFill>
              </a:defRPr>
            </a:lvl4pPr>
            <a:lvl5pPr algn="ctr">
              <a:defRPr sz="1275" b="0">
                <a:solidFill>
                  <a:srgbClr val="A8C1D1"/>
                </a:solidFill>
              </a:defRPr>
            </a:lvl5pPr>
            <a:lvl6pPr algn="ctr">
              <a:defRPr sz="1275" b="0">
                <a:solidFill>
                  <a:srgbClr val="A8C1D1"/>
                </a:solidFill>
              </a:defRPr>
            </a:lvl6pPr>
            <a:lvl7pPr algn="ctr">
              <a:defRPr sz="1275" b="0">
                <a:solidFill>
                  <a:srgbClr val="A8C1D1"/>
                </a:solidFill>
              </a:defRPr>
            </a:lvl7pPr>
            <a:lvl8pPr algn="ctr">
              <a:defRPr sz="1275" b="0">
                <a:solidFill>
                  <a:srgbClr val="A8C1D1"/>
                </a:solidFill>
              </a:defRPr>
            </a:lvl8pPr>
            <a:lvl9pPr algn="ctr">
              <a:defRPr sz="1275" b="0">
                <a:solidFill>
                  <a:srgbClr val="A8C1D1"/>
                </a:solidFill>
              </a:defRPr>
            </a:lvl9pPr>
          </a:lstStyle>
          <a:p xmlns:a="http://schemas.openxmlformats.org/drawingml/2006/main">
            <a:pPr algn="ctr">
              <a:defRPr sz="1275" b="0">
                <a:solidFill>
                  <a:srgbClr val="A8C1D1"/>
                </a:solidFill>
              </a:defRPr>
            </a:pPr>
            <a:r>
              <a:rPr sz="1275" b="0">
                <a:solidFill>
                  <a:srgbClr val="A8C1D1"/>
                </a:solidFill>
              </a:rPr>
              <a:t>スプラインに沿う</a:t>
            </a:r>
          </a:p>
          <a:p xmlns:a="http://schemas.openxmlformats.org/drawingml/2006/main">
            <a:pPr algn="ctr">
              <a:defRPr sz="1275" b="0">
                <a:solidFill>
                  <a:srgbClr val="A8C1D1"/>
                </a:solidFill>
              </a:defRPr>
            </a:pPr>
            <a:r>
              <a:rPr sz="1275" b="0">
                <a:solidFill>
                  <a:srgbClr val="A8C1D1"/>
                </a:solidFill>
              </a:rPr>
              <a:t>立体チューブ</a:t>
            </a:r>
          </a:p>
        </p:txBody>
      </p:sp>
      <p:sp>
        <p:nvSpPr>
          <p:cNvPr id="25" name="">
            <a:extLst xmlns:a="http://schemas.openxmlformats.org/drawingml/2006/main">
              <a:ext uri="{FF2B5EF4-FFF2-40B4-BE49-F238E27FC236}">
                <a16:creationId xmlns:a16="http://schemas.microsoft.com/office/drawing/2014/main" id="{97FD5EA1-1DC9-4631-980F-59C6A4161FA5}"/>
              </a:ext>
            </a:extLst>
          </p:cNvPr>
          <p:cNvSpPr>
            <a:spLocks xmlns:a="http://schemas.openxmlformats.org/drawingml/2006/main" noGrp="1"/>
          </p:cNvSpPr>
          <p:nvPr/>
        </p:nvSpPr>
        <p:spPr>
          <a:xfrm xmlns:a="http://schemas.openxmlformats.org/drawingml/2006/main">
            <a:off x="990600" y="571500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6DE0B2"/>
                </a:solidFill>
              </a:defRPr>
            </a:defPPr>
            <a:lvl1pPr algn="ctr">
              <a:defRPr sz="1425" b="1">
                <a:solidFill>
                  <a:srgbClr val="6DE0B2"/>
                </a:solidFill>
              </a:defRPr>
            </a:lvl1pPr>
            <a:lvl2pPr algn="ctr">
              <a:defRPr sz="1425" b="1">
                <a:solidFill>
                  <a:srgbClr val="6DE0B2"/>
                </a:solidFill>
              </a:defRPr>
            </a:lvl2pPr>
            <a:lvl3pPr algn="ctr">
              <a:defRPr sz="1425" b="1">
                <a:solidFill>
                  <a:srgbClr val="6DE0B2"/>
                </a:solidFill>
              </a:defRPr>
            </a:lvl3pPr>
            <a:lvl4pPr algn="ctr">
              <a:defRPr sz="1425" b="1">
                <a:solidFill>
                  <a:srgbClr val="6DE0B2"/>
                </a:solidFill>
              </a:defRPr>
            </a:lvl4pPr>
            <a:lvl5pPr algn="ctr">
              <a:defRPr sz="1425" b="1">
                <a:solidFill>
                  <a:srgbClr val="6DE0B2"/>
                </a:solidFill>
              </a:defRPr>
            </a:lvl5pPr>
            <a:lvl6pPr algn="ctr">
              <a:defRPr sz="1425" b="1">
                <a:solidFill>
                  <a:srgbClr val="6DE0B2"/>
                </a:solidFill>
              </a:defRPr>
            </a:lvl6pPr>
            <a:lvl7pPr algn="ctr">
              <a:defRPr sz="1425" b="1">
                <a:solidFill>
                  <a:srgbClr val="6DE0B2"/>
                </a:solidFill>
              </a:defRPr>
            </a:lvl7pPr>
            <a:lvl8pPr algn="ctr">
              <a:defRPr sz="1425" b="1">
                <a:solidFill>
                  <a:srgbClr val="6DE0B2"/>
                </a:solidFill>
              </a:defRPr>
            </a:lvl8pPr>
            <a:lvl9pPr algn="ctr">
              <a:defRPr sz="1425" b="1">
                <a:solidFill>
                  <a:srgbClr val="6DE0B2"/>
                </a:solidFill>
              </a:defRPr>
            </a:lvl9pPr>
          </a:lstStyle>
          <a:p xmlns:a="http://schemas.openxmlformats.org/drawingml/2006/main">
            <a:pPr algn="ctr">
              <a:defRPr sz="1425" b="1">
                <a:solidFill>
                  <a:srgbClr val="6DE0B2"/>
                </a:solidFill>
              </a:defRPr>
            </a:pPr>
            <a:r>
              <a:rPr sz="1425" b="1">
                <a:solidFill>
                  <a:srgbClr val="6DE0B2"/>
                </a:solidFill>
              </a:rPr>
              <a:t>Parallel Transport Frame が断面の向きを滑らかに引き継ぎ、急旋回時の反転とねじれを抑える</a:t>
            </a:r>
          </a:p>
        </p:txBody>
      </p:sp>
    </p:spTree>
    <p:extLst>
      <p:ext uri="{BB962C8B-B14F-4D97-AF65-F5344CB8AC3E}">
        <p14:creationId xmlns:p14="http://schemas.microsoft.com/office/powerpoint/2010/main" val="1208589944"/>
      </p:ext>
    </p:extLst>
  </p:cSld>
</p:sld>
</file>

<file path=ppt/slides/slide11.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6971F6B-C512-44FD-A8B1-56BDB9C2340F}"/>
              </a:ext>
            </a:extLst>
          </p:cNvPr>
          <p:cNvSpPr>
            <a:spLocks xmlns:a="http://schemas.openxmlformats.org/drawingml/2006/main" noGrp="1"/>
          </p:cNvSpPr>
          <p:nvPr/>
        </p:nvSpPr>
        <p:spPr>
          <a:xfrm xmlns:a="http://schemas.openxmlformats.org/drawingml/2006/main">
            <a:off x="647700" y="4000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a:solidFill>
                  <a:srgbClr val="FFFFFF"/>
                </a:solidFill>
              </a:defRPr>
            </a:defPPr>
            <a:lvl1pPr algn="l">
              <a:defRPr sz="2475" b="1">
                <a:solidFill>
                  <a:srgbClr val="FFFFFF"/>
                </a:solidFill>
              </a:defRPr>
            </a:lvl1pPr>
            <a:lvl2pPr algn="l">
              <a:defRPr sz="2475" b="1">
                <a:solidFill>
                  <a:srgbClr val="FFFFFF"/>
                </a:solidFill>
              </a:defRPr>
            </a:lvl2pPr>
            <a:lvl3pPr algn="l">
              <a:defRPr sz="2475" b="1">
                <a:solidFill>
                  <a:srgbClr val="FFFFFF"/>
                </a:solidFill>
              </a:defRPr>
            </a:lvl3pPr>
            <a:lvl4pPr algn="l">
              <a:defRPr sz="2475" b="1">
                <a:solidFill>
                  <a:srgbClr val="FFFFFF"/>
                </a:solidFill>
              </a:defRPr>
            </a:lvl4pPr>
            <a:lvl5pPr algn="l">
              <a:defRPr sz="2475" b="1">
                <a:solidFill>
                  <a:srgbClr val="FFFFFF"/>
                </a:solidFill>
              </a:defRPr>
            </a:lvl5pPr>
            <a:lvl6pPr algn="l">
              <a:defRPr sz="2475" b="1">
                <a:solidFill>
                  <a:srgbClr val="FFFFFF"/>
                </a:solidFill>
              </a:defRPr>
            </a:lvl6pPr>
            <a:lvl7pPr algn="l">
              <a:defRPr sz="2475" b="1">
                <a:solidFill>
                  <a:srgbClr val="FFFFFF"/>
                </a:solidFill>
              </a:defRPr>
            </a:lvl7pPr>
            <a:lvl8pPr algn="l">
              <a:defRPr sz="2475" b="1">
                <a:solidFill>
                  <a:srgbClr val="FFFFFF"/>
                </a:solidFill>
              </a:defRPr>
            </a:lvl8pPr>
            <a:lvl9pPr algn="l">
              <a:defRPr sz="2475" b="1">
                <a:solidFill>
                  <a:srgbClr val="FFFFFF"/>
                </a:solidFill>
              </a:defRPr>
            </a:lvl9pPr>
          </a:lstStyle>
          <a:p xmlns:a="http://schemas.openxmlformats.org/drawingml/2006/main">
            <a:pPr algn="l">
              <a:defRPr sz="2475" b="1">
                <a:solidFill>
                  <a:srgbClr val="FFFFFF"/>
                </a:solidFill>
              </a:defRPr>
            </a:pPr>
            <a:r>
              <a:rPr sz="2475" b="1">
                <a:solidFill>
                  <a:srgbClr val="FFFFFF"/>
                </a:solidFill>
              </a:rPr>
              <a:t>実装動画：スプライン・スイープメッシュ</a:t>
            </a:r>
          </a:p>
        </p:txBody>
      </p:sp>
      <p:sp>
        <p:nvSpPr>
          <p:cNvPr id="2" name="">
            <a:extLst xmlns:a="http://schemas.openxmlformats.org/drawingml/2006/main">
              <a:ext uri="{FF2B5EF4-FFF2-40B4-BE49-F238E27FC236}">
                <a16:creationId xmlns:a16="http://schemas.microsoft.com/office/drawing/2014/main" id="{4CBE7E34-01BC-468E-A272-01B35D3882A7}"/>
              </a:ext>
            </a:extLst>
          </p:cNvPr>
          <p:cNvSpPr>
            <a:spLocks xmlns:a="http://schemas.openxmlformats.org/drawingml/2006/main" noGrp="1"/>
          </p:cNvSpPr>
          <p:nvPr/>
        </p:nvSpPr>
        <p:spPr>
          <a:xfrm xmlns:a="http://schemas.openxmlformats.org/drawingml/2006/main">
            <a:off x="10877550" y="4953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39D7FF"/>
                </a:solidFill>
              </a:defRPr>
            </a:defPPr>
            <a:lvl1pPr algn="r">
              <a:defRPr sz="1050" b="1">
                <a:solidFill>
                  <a:srgbClr val="39D7FF"/>
                </a:solidFill>
              </a:defRPr>
            </a:lvl1pPr>
            <a:lvl2pPr algn="r">
              <a:defRPr sz="1050" b="1">
                <a:solidFill>
                  <a:srgbClr val="39D7FF"/>
                </a:solidFill>
              </a:defRPr>
            </a:lvl2pPr>
            <a:lvl3pPr algn="r">
              <a:defRPr sz="1050" b="1">
                <a:solidFill>
                  <a:srgbClr val="39D7FF"/>
                </a:solidFill>
              </a:defRPr>
            </a:lvl3pPr>
            <a:lvl4pPr algn="r">
              <a:defRPr sz="1050" b="1">
                <a:solidFill>
                  <a:srgbClr val="39D7FF"/>
                </a:solidFill>
              </a:defRPr>
            </a:lvl4pPr>
            <a:lvl5pPr algn="r">
              <a:defRPr sz="1050" b="1">
                <a:solidFill>
                  <a:srgbClr val="39D7FF"/>
                </a:solidFill>
              </a:defRPr>
            </a:lvl5pPr>
            <a:lvl6pPr algn="r">
              <a:defRPr sz="1050" b="1">
                <a:solidFill>
                  <a:srgbClr val="39D7FF"/>
                </a:solidFill>
              </a:defRPr>
            </a:lvl6pPr>
            <a:lvl7pPr algn="r">
              <a:defRPr sz="1050" b="1">
                <a:solidFill>
                  <a:srgbClr val="39D7FF"/>
                </a:solidFill>
              </a:defRPr>
            </a:lvl7pPr>
            <a:lvl8pPr algn="r">
              <a:defRPr sz="1050" b="1">
                <a:solidFill>
                  <a:srgbClr val="39D7FF"/>
                </a:solidFill>
              </a:defRPr>
            </a:lvl8pPr>
            <a:lvl9pPr algn="r">
              <a:defRPr sz="1050" b="1">
                <a:solidFill>
                  <a:srgbClr val="39D7FF"/>
                </a:solidFill>
              </a:defRPr>
            </a:lvl9pPr>
          </a:lstStyle>
          <a:p xmlns:a="http://schemas.openxmlformats.org/drawingml/2006/main">
            <a:pPr algn="r">
              <a:defRPr sz="1050" b="1">
                <a:solidFill>
                  <a:srgbClr val="39D7FF"/>
                </a:solidFill>
              </a:defRPr>
            </a:pPr>
            <a:r>
              <a:rPr sz="1050" b="1">
                <a:solidFill>
                  <a:srgbClr val="39D7FF"/>
                </a:solidFill>
              </a:rPr>
              <a:t>11</a:t>
            </a:r>
          </a:p>
        </p:txBody>
      </p:sp>
      <p:sp>
        <p:nvSpPr>
          <p:cNvPr id="3" name="">
            <a:extLst xmlns:a="http://schemas.openxmlformats.org/drawingml/2006/main">
              <a:ext uri="{FF2B5EF4-FFF2-40B4-BE49-F238E27FC236}">
                <a16:creationId xmlns:a16="http://schemas.microsoft.com/office/drawing/2014/main" id="{4D60BE66-ACF9-4697-9629-B21FA7090592}"/>
              </a:ext>
            </a:extLst>
          </p:cNvPr>
          <p:cNvSpPr>
            <a:spLocks xmlns:a="http://schemas.openxmlformats.org/drawingml/2006/main" noGrp="1"/>
          </p:cNvSpPr>
          <p:nvPr/>
        </p:nvSpPr>
        <p:spPr>
          <a:xfrm xmlns:a="http://schemas.openxmlformats.org/drawingml/2006/main">
            <a:off x="647700" y="1000125"/>
            <a:ext cx="10896600" cy="190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A08C74E-4AC6-4601-A580-101235E8CFAC}"/>
              </a:ext>
            </a:extLst>
          </p:cNvPr>
          <p:cNvSpPr>
            <a:spLocks xmlns:a="http://schemas.openxmlformats.org/drawingml/2006/main" noGrp="1"/>
          </p:cNvSpPr>
          <p:nvPr/>
        </p:nvSpPr>
        <p:spPr>
          <a:xfrm xmlns:a="http://schemas.openxmlformats.org/drawingml/2006/main">
            <a:off x="666750" y="12763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FFFFFF"/>
                </a:solidFill>
              </a:defRPr>
            </a:defPPr>
            <a:lvl1pPr algn="l">
              <a:defRPr sz="1650" b="1">
                <a:solidFill>
                  <a:srgbClr val="FFFFFF"/>
                </a:solidFill>
              </a:defRPr>
            </a:lvl1pPr>
            <a:lvl2pPr algn="l">
              <a:defRPr sz="1650" b="1">
                <a:solidFill>
                  <a:srgbClr val="FFFFFF"/>
                </a:solidFill>
              </a:defRPr>
            </a:lvl2pPr>
            <a:lvl3pPr algn="l">
              <a:defRPr sz="1650" b="1">
                <a:solidFill>
                  <a:srgbClr val="FFFFFF"/>
                </a:solidFill>
              </a:defRPr>
            </a:lvl3pPr>
            <a:lvl4pPr algn="l">
              <a:defRPr sz="1650" b="1">
                <a:solidFill>
                  <a:srgbClr val="FFFFFF"/>
                </a:solidFill>
              </a:defRPr>
            </a:lvl4pPr>
            <a:lvl5pPr algn="l">
              <a:defRPr sz="1650" b="1">
                <a:solidFill>
                  <a:srgbClr val="FFFFFF"/>
                </a:solidFill>
              </a:defRPr>
            </a:lvl5pPr>
            <a:lvl6pPr algn="l">
              <a:defRPr sz="1650" b="1">
                <a:solidFill>
                  <a:srgbClr val="FFFFFF"/>
                </a:solidFill>
              </a:defRPr>
            </a:lvl6pPr>
            <a:lvl7pPr algn="l">
              <a:defRPr sz="1650" b="1">
                <a:solidFill>
                  <a:srgbClr val="FFFFFF"/>
                </a:solidFill>
              </a:defRPr>
            </a:lvl7pPr>
            <a:lvl8pPr algn="l">
              <a:defRPr sz="1650" b="1">
                <a:solidFill>
                  <a:srgbClr val="FFFFFF"/>
                </a:solidFill>
              </a:defRPr>
            </a:lvl8pPr>
            <a:lvl9pPr algn="l">
              <a:defRPr sz="1650" b="1">
                <a:solidFill>
                  <a:srgbClr val="FFFFFF"/>
                </a:solidFill>
              </a:defRPr>
            </a:lvl9pPr>
          </a:lstStyle>
          <a:p xmlns:a="http://schemas.openxmlformats.org/drawingml/2006/main">
            <a:pPr algn="l">
              <a:defRPr sz="1650" b="1">
                <a:solidFill>
                  <a:srgbClr val="FFFFFF"/>
                </a:solidFill>
              </a:defRPr>
            </a:pPr>
            <a:r>
              <a:rPr sz="1650" b="1">
                <a:solidFill>
                  <a:srgbClr val="FFFFFF"/>
                </a:solidFill>
              </a:rPr>
              <a:t>実装後の動きで、技術が画面上でどう見えるかを確認する</a:t>
            </a:r>
          </a:p>
        </p:txBody>
      </p:sp>
      <p:sp>
        <p:nvSpPr>
          <p:cNvPr id="5" name="">
            <a:extLst xmlns:a="http://schemas.openxmlformats.org/drawingml/2006/main">
              <a:ext uri="{FF2B5EF4-FFF2-40B4-BE49-F238E27FC236}">
                <a16:creationId xmlns:a16="http://schemas.microsoft.com/office/drawing/2014/main" id="{EB22208B-3267-4729-A1F2-E401880D8A6F}"/>
              </a:ext>
            </a:extLst>
          </p:cNvPr>
          <p:cNvSpPr>
            <a:spLocks xmlns:a="http://schemas.openxmlformats.org/drawingml/2006/main" noGrp="1"/>
          </p:cNvSpPr>
          <p:nvPr/>
        </p:nvSpPr>
        <p:spPr>
          <a:xfrm xmlns:a="http://schemas.openxmlformats.org/drawingml/2006/main">
            <a:off x="1619250" y="1905000"/>
            <a:ext cx="8953500" cy="3333750"/>
          </a:xfrm>
          <a:prstGeom xmlns:a="http://schemas.openxmlformats.org/drawingml/2006/main" prst="roundRect">
            <a:avLst>
              <a:gd name="adj" fmla="val 2286"/>
            </a:avLst>
          </a:prstGeom>
          <a:solidFill xmlns:a="http://schemas.openxmlformats.org/drawingml/2006/main">
            <a:srgbClr val="0B2132"/>
          </a:solidFill>
          <a:ln xmlns:a="http://schemas.openxmlformats.org/drawingml/2006/main" w="9525">
            <a:solidFill>
              <a:srgbClr val="8D72FF"/>
            </a:solidFill>
            <a:prstDash val="solid"/>
          </a:ln>
        </p:spPr>
      </p:sp>
      <p:pic>
        <p:nvPicPr>
          <p:cNvPr id="6" name="">
            <a:extLst xmlns:a="http://schemas.openxmlformats.org/drawingml/2006/main">
              <a:ext uri="{FF2B5EF4-FFF2-40B4-BE49-F238E27FC236}">
                <a16:creationId xmlns:a16="http://schemas.microsoft.com/office/drawing/2014/main" id="{05D5AF58-2C00-4600-A842-EDB861354FB7}"/>
              </a:ext>
            </a:extLst>
          </p:cNvPr>
          <p:cNvPicPr>
            <a:picLocks xmlns:a="http://schemas.openxmlformats.org/drawingml/2006/main" noChangeAspect="1"/>
          </p:cNvPicPr>
          <p:nvPr/>
        </p:nvPicPr>
        <p:blipFill>
          <a:blip xmlns:r="http://schemas.openxmlformats.org/officeDocument/2006/relationships" xmlns:a="http://schemas.openxmlformats.org/drawingml/2006/main" r:embed="Raac12b1ab1ab4006"/>
          <a:srcRect xmlns:a="http://schemas.openxmlformats.org/drawingml/2006/main" l="0" t="15739" r="0" b="15739"/>
          <a:stretch xmlns:a="http://schemas.openxmlformats.org/drawingml/2006/main">
            <a:fillRect l="0" t="0" r="0" b="0"/>
          </a:stretch>
        </p:blipFill>
        <p:spPr>
          <a:xfrm xmlns:a="http://schemas.openxmlformats.org/drawingml/2006/main">
            <a:off x="1647825" y="1933575"/>
            <a:ext cx="8896350" cy="3276600"/>
          </a:xfrm>
          <a:prstGeom xmlns:a="http://schemas.openxmlformats.org/drawingml/2006/main" prst="roundRect">
            <a:avLst>
              <a:gd name="adj" fmla="val 3488"/>
            </a:avLst>
          </a:prstGeom>
        </p:spPr>
      </p:pic>
      <p:sp>
        <p:nvSpPr>
          <p:cNvPr id="7" name="">
            <a:extLst xmlns:a="http://schemas.openxmlformats.org/drawingml/2006/main">
              <a:ext uri="{FF2B5EF4-FFF2-40B4-BE49-F238E27FC236}">
                <a16:creationId xmlns:a16="http://schemas.microsoft.com/office/drawing/2014/main" id="{67F6BED8-FCF9-4176-89E8-1A66E242C1F5}"/>
              </a:ext>
            </a:extLst>
          </p:cNvPr>
          <p:cNvSpPr>
            <a:spLocks xmlns:a="http://schemas.openxmlformats.org/drawingml/2006/main" noGrp="1"/>
          </p:cNvSpPr>
          <p:nvPr/>
        </p:nvSpPr>
        <p:spPr>
          <a:xfrm xmlns:a="http://schemas.openxmlformats.org/drawingml/2006/main">
            <a:off x="1647825" y="1933575"/>
            <a:ext cx="8896350" cy="400050"/>
          </a:xfrm>
          <a:prstGeom xmlns:a="http://schemas.openxmlformats.org/drawingml/2006/main" prst="rect">
            <a:avLst/>
          </a:prstGeom>
          <a:solidFill xmlns:a="http://schemas.openxmlformats.org/drawingml/2006/main">
            <a:srgbClr val="0713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A77043E-706A-48E9-9F46-1278CA78CA66}"/>
              </a:ext>
            </a:extLst>
          </p:cNvPr>
          <p:cNvSpPr>
            <a:spLocks xmlns:a="http://schemas.openxmlformats.org/drawingml/2006/main" noGrp="1"/>
          </p:cNvSpPr>
          <p:nvPr/>
        </p:nvSpPr>
        <p:spPr>
          <a:xfrm xmlns:a="http://schemas.openxmlformats.org/drawingml/2006/main">
            <a:off x="1790700" y="200977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8D72FF"/>
                </a:solidFill>
              </a:defRPr>
            </a:defPPr>
            <a:lvl1pPr algn="l">
              <a:defRPr sz="900" b="1">
                <a:solidFill>
                  <a:srgbClr val="8D72FF"/>
                </a:solidFill>
              </a:defRPr>
            </a:lvl1pPr>
            <a:lvl2pPr algn="l">
              <a:defRPr sz="900" b="1">
                <a:solidFill>
                  <a:srgbClr val="8D72FF"/>
                </a:solidFill>
              </a:defRPr>
            </a:lvl2pPr>
            <a:lvl3pPr algn="l">
              <a:defRPr sz="900" b="1">
                <a:solidFill>
                  <a:srgbClr val="8D72FF"/>
                </a:solidFill>
              </a:defRPr>
            </a:lvl3pPr>
            <a:lvl4pPr algn="l">
              <a:defRPr sz="900" b="1">
                <a:solidFill>
                  <a:srgbClr val="8D72FF"/>
                </a:solidFill>
              </a:defRPr>
            </a:lvl4pPr>
            <a:lvl5pPr algn="l">
              <a:defRPr sz="900" b="1">
                <a:solidFill>
                  <a:srgbClr val="8D72FF"/>
                </a:solidFill>
              </a:defRPr>
            </a:lvl5pPr>
            <a:lvl6pPr algn="l">
              <a:defRPr sz="900" b="1">
                <a:solidFill>
                  <a:srgbClr val="8D72FF"/>
                </a:solidFill>
              </a:defRPr>
            </a:lvl6pPr>
            <a:lvl7pPr algn="l">
              <a:defRPr sz="900" b="1">
                <a:solidFill>
                  <a:srgbClr val="8D72FF"/>
                </a:solidFill>
              </a:defRPr>
            </a:lvl7pPr>
            <a:lvl8pPr algn="l">
              <a:defRPr sz="900" b="1">
                <a:solidFill>
                  <a:srgbClr val="8D72FF"/>
                </a:solidFill>
              </a:defRPr>
            </a:lvl8pPr>
            <a:lvl9pPr algn="l">
              <a:defRPr sz="900" b="1">
                <a:solidFill>
                  <a:srgbClr val="8D72FF"/>
                </a:solidFill>
              </a:defRPr>
            </a:lvl9pPr>
          </a:lstStyle>
          <a:p xmlns:a="http://schemas.openxmlformats.org/drawingml/2006/main">
            <a:pPr algn="l">
              <a:defRPr sz="900" b="1">
                <a:solidFill>
                  <a:srgbClr val="8D72FF"/>
                </a:solidFill>
              </a:defRPr>
            </a:pPr>
            <a:r>
              <a:rPr sz="900" b="1">
                <a:solidFill>
                  <a:srgbClr val="8D72FF"/>
                </a:solidFill>
              </a:rPr>
              <a:t>VIDEO</a:t>
            </a:r>
          </a:p>
        </p:txBody>
      </p:sp>
      <p:sp>
        <p:nvSpPr>
          <p:cNvPr id="9" name="">
            <a:extLst xmlns:a="http://schemas.openxmlformats.org/drawingml/2006/main">
              <a:ext uri="{FF2B5EF4-FFF2-40B4-BE49-F238E27FC236}">
                <a16:creationId xmlns:a16="http://schemas.microsoft.com/office/drawing/2014/main" id="{6DD35174-7397-4B88-B91E-BE40525D6FCC}"/>
              </a:ext>
            </a:extLst>
          </p:cNvPr>
          <p:cNvSpPr>
            <a:spLocks xmlns:a="http://schemas.openxmlformats.org/drawingml/2006/main" noGrp="1"/>
          </p:cNvSpPr>
          <p:nvPr/>
        </p:nvSpPr>
        <p:spPr>
          <a:xfrm xmlns:a="http://schemas.openxmlformats.org/drawingml/2006/main">
            <a:off x="2457450" y="1981200"/>
            <a:ext cx="788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FFFFFF"/>
                </a:solidFill>
              </a:defRPr>
            </a:defPPr>
            <a:lvl1pPr algn="l">
              <a:defRPr sz="1200" b="1">
                <a:solidFill>
                  <a:srgbClr val="FFFFFF"/>
                </a:solidFill>
              </a:defRPr>
            </a:lvl1pPr>
            <a:lvl2pPr algn="l">
              <a:defRPr sz="1200" b="1">
                <a:solidFill>
                  <a:srgbClr val="FFFFFF"/>
                </a:solidFill>
              </a:defRPr>
            </a:lvl2pPr>
            <a:lvl3pPr algn="l">
              <a:defRPr sz="1200" b="1">
                <a:solidFill>
                  <a:srgbClr val="FFFFFF"/>
                </a:solidFill>
              </a:defRPr>
            </a:lvl3pPr>
            <a:lvl4pPr algn="l">
              <a:defRPr sz="1200" b="1">
                <a:solidFill>
                  <a:srgbClr val="FFFFFF"/>
                </a:solidFill>
              </a:defRPr>
            </a:lvl4pPr>
            <a:lvl5pPr algn="l">
              <a:defRPr sz="1200" b="1">
                <a:solidFill>
                  <a:srgbClr val="FFFFFF"/>
                </a:solidFill>
              </a:defRPr>
            </a:lvl5pPr>
            <a:lvl6pPr algn="l">
              <a:defRPr sz="1200" b="1">
                <a:solidFill>
                  <a:srgbClr val="FFFFFF"/>
                </a:solidFill>
              </a:defRPr>
            </a:lvl6pPr>
            <a:lvl7pPr algn="l">
              <a:defRPr sz="1200" b="1">
                <a:solidFill>
                  <a:srgbClr val="FFFFFF"/>
                </a:solidFill>
              </a:defRPr>
            </a:lvl7pPr>
            <a:lvl8pPr algn="l">
              <a:defRPr sz="1200" b="1">
                <a:solidFill>
                  <a:srgbClr val="FFFFFF"/>
                </a:solidFill>
              </a:defRPr>
            </a:lvl8pPr>
            <a:lvl9pPr algn="l">
              <a:defRPr sz="1200" b="1">
                <a:solidFill>
                  <a:srgbClr val="FFFFFF"/>
                </a:solidFill>
              </a:defRPr>
            </a:lvl9pPr>
          </a:lstStyle>
          <a:p xmlns:a="http://schemas.openxmlformats.org/drawingml/2006/main">
            <a:pPr algn="l">
              <a:defRPr sz="1200" b="1">
                <a:solidFill>
                  <a:srgbClr val="FFFFFF"/>
                </a:solidFill>
              </a:defRPr>
            </a:pPr>
            <a:r>
              <a:rPr sz="1200" b="1">
                <a:solidFill>
                  <a:srgbClr val="FFFFFF"/>
                </a:solidFill>
              </a:rPr>
              <a:t>Valkyrie Strike　実装映像</a:t>
            </a:r>
          </a:p>
        </p:txBody>
      </p:sp>
      <p:sp>
        <p:nvSpPr>
          <p:cNvPr id="10" name="">
            <a:extLst xmlns:a="http://schemas.openxmlformats.org/drawingml/2006/main">
              <a:ext uri="{FF2B5EF4-FFF2-40B4-BE49-F238E27FC236}">
                <a16:creationId xmlns:a16="http://schemas.microsoft.com/office/drawing/2014/main" id="{853FF906-4AF5-4B33-8BBC-A36CC1E888E9}"/>
              </a:ext>
            </a:extLst>
          </p:cNvPr>
          <p:cNvSpPr>
            <a:spLocks xmlns:a="http://schemas.openxmlformats.org/drawingml/2006/main" noGrp="1"/>
          </p:cNvSpPr>
          <p:nvPr/>
        </p:nvSpPr>
        <p:spPr>
          <a:xfrm xmlns:a="http://schemas.openxmlformats.org/drawingml/2006/main">
            <a:off x="5819775" y="3295650"/>
            <a:ext cx="552450" cy="552450"/>
          </a:xfrm>
          <a:prstGeom xmlns:a="http://schemas.openxmlformats.org/drawingml/2006/main" prst="ellipse">
            <a:avLst/>
          </a:prstGeom>
          <a:solidFill xmlns:a="http://schemas.openxmlformats.org/drawingml/2006/main">
            <a:srgbClr val="07131F"/>
          </a:solidFill>
          <a:ln xmlns:a="http://schemas.openxmlformats.org/drawingml/2006/main" w="9525">
            <a:solidFill>
              <a:srgbClr val="8D72FF"/>
            </a:solidFill>
            <a:prstDash val="solid"/>
          </a:ln>
        </p:spPr>
      </p:sp>
      <p:sp>
        <p:nvSpPr>
          <p:cNvPr id="11" name="">
            <a:extLst xmlns:a="http://schemas.openxmlformats.org/drawingml/2006/main">
              <a:ext uri="{FF2B5EF4-FFF2-40B4-BE49-F238E27FC236}">
                <a16:creationId xmlns:a16="http://schemas.microsoft.com/office/drawing/2014/main" id="{A8773A0A-55BB-422C-8F46-1A2507D68397}"/>
              </a:ext>
            </a:extLst>
          </p:cNvPr>
          <p:cNvSpPr>
            <a:spLocks xmlns:a="http://schemas.openxmlformats.org/drawingml/2006/main" noGrp="1"/>
          </p:cNvSpPr>
          <p:nvPr/>
        </p:nvSpPr>
        <p:spPr>
          <a:xfrm xmlns:a="http://schemas.openxmlformats.org/drawingml/2006/main">
            <a:off x="6019800" y="3448050"/>
            <a:ext cx="247650" cy="247650"/>
          </a:xfrm>
          <a:prstGeom xmlns:a="http://schemas.openxmlformats.org/drawingml/2006/main" prst="triangle">
            <a:avLst/>
          </a:prstGeom>
          <a:solidFill xmlns:a="http://schemas.openxmlformats.org/drawingml/2006/main">
            <a:srgbClr val="8D72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177F212-7B8E-4C97-9E01-8F9D7A14ECD8}"/>
              </a:ext>
            </a:extLst>
          </p:cNvPr>
          <p:cNvSpPr>
            <a:spLocks xmlns:a="http://schemas.openxmlformats.org/drawingml/2006/main" noGrp="1"/>
          </p:cNvSpPr>
          <p:nvPr/>
        </p:nvSpPr>
        <p:spPr>
          <a:xfrm xmlns:a="http://schemas.openxmlformats.org/drawingml/2006/main">
            <a:off x="1647825" y="4829175"/>
            <a:ext cx="8896350" cy="381000"/>
          </a:xfrm>
          <a:prstGeom xmlns:a="http://schemas.openxmlformats.org/drawingml/2006/main" prst="rect">
            <a:avLst/>
          </a:prstGeom>
          <a:solidFill xmlns:a="http://schemas.openxmlformats.org/drawingml/2006/main">
            <a:srgbClr val="0713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6D81467-491B-4B76-9BE9-461BC01F4D87}"/>
              </a:ext>
            </a:extLst>
          </p:cNvPr>
          <p:cNvSpPr>
            <a:spLocks xmlns:a="http://schemas.openxmlformats.org/drawingml/2006/main" noGrp="1"/>
          </p:cNvSpPr>
          <p:nvPr/>
        </p:nvSpPr>
        <p:spPr>
          <a:xfrm xmlns:a="http://schemas.openxmlformats.org/drawingml/2006/main">
            <a:off x="1771650" y="4905375"/>
            <a:ext cx="8648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00" b="0">
                <a:solidFill>
                  <a:srgbClr val="EAF6FF"/>
                </a:solidFill>
              </a:defRPr>
            </a:defPPr>
            <a:lvl1pPr algn="ctr">
              <a:defRPr sz="900" b="0">
                <a:solidFill>
                  <a:srgbClr val="EAF6FF"/>
                </a:solidFill>
              </a:defRPr>
            </a:lvl1pPr>
            <a:lvl2pPr algn="ctr">
              <a:defRPr sz="900" b="0">
                <a:solidFill>
                  <a:srgbClr val="EAF6FF"/>
                </a:solidFill>
              </a:defRPr>
            </a:lvl2pPr>
            <a:lvl3pPr algn="ctr">
              <a:defRPr sz="900" b="0">
                <a:solidFill>
                  <a:srgbClr val="EAF6FF"/>
                </a:solidFill>
              </a:defRPr>
            </a:lvl3pPr>
            <a:lvl4pPr algn="ctr">
              <a:defRPr sz="900" b="0">
                <a:solidFill>
                  <a:srgbClr val="EAF6FF"/>
                </a:solidFill>
              </a:defRPr>
            </a:lvl4pPr>
            <a:lvl5pPr algn="ctr">
              <a:defRPr sz="900" b="0">
                <a:solidFill>
                  <a:srgbClr val="EAF6FF"/>
                </a:solidFill>
              </a:defRPr>
            </a:lvl5pPr>
            <a:lvl6pPr algn="ctr">
              <a:defRPr sz="900" b="0">
                <a:solidFill>
                  <a:srgbClr val="EAF6FF"/>
                </a:solidFill>
              </a:defRPr>
            </a:lvl6pPr>
            <a:lvl7pPr algn="ctr">
              <a:defRPr sz="900" b="0">
                <a:solidFill>
                  <a:srgbClr val="EAF6FF"/>
                </a:solidFill>
              </a:defRPr>
            </a:lvl7pPr>
            <a:lvl8pPr algn="ctr">
              <a:defRPr sz="900" b="0">
                <a:solidFill>
                  <a:srgbClr val="EAF6FF"/>
                </a:solidFill>
              </a:defRPr>
            </a:lvl8pPr>
            <a:lvl9pPr algn="ctr">
              <a:defRPr sz="900" b="0">
                <a:solidFill>
                  <a:srgbClr val="EAF6FF"/>
                </a:solidFill>
              </a:defRPr>
            </a:lvl9pPr>
          </a:lstStyle>
          <a:p xmlns:a="http://schemas.openxmlformats.org/drawingml/2006/main">
            <a:pPr algn="ctr">
              <a:defRPr sz="900" b="0">
                <a:solidFill>
                  <a:srgbClr val="EAF6FF"/>
                </a:solidFill>
              </a:defRPr>
            </a:pPr>
            <a:r>
              <a:rPr sz="900" b="0">
                <a:solidFill>
                  <a:srgbClr val="EAF6FF"/>
                </a:solidFill>
              </a:rPr>
              <a:t>VALKYRIE STRIKE 2026-10-17 15-20-31.mp4</a:t>
            </a:r>
          </a:p>
        </p:txBody>
      </p:sp>
      <p:sp>
        <p:nvSpPr>
          <p:cNvPr id="14" name="">
            <a:extLst xmlns:a="http://schemas.openxmlformats.org/drawingml/2006/main">
              <a:ext uri="{FF2B5EF4-FFF2-40B4-BE49-F238E27FC236}">
                <a16:creationId xmlns:a16="http://schemas.microsoft.com/office/drawing/2014/main" id="{2F99A576-5B4F-47E0-911F-3A049747B91B}"/>
              </a:ext>
            </a:extLst>
          </p:cNvPr>
          <p:cNvSpPr>
            <a:spLocks xmlns:a="http://schemas.openxmlformats.org/drawingml/2006/main" noGrp="1"/>
          </p:cNvSpPr>
          <p:nvPr/>
        </p:nvSpPr>
        <p:spPr>
          <a:xfrm xmlns:a="http://schemas.openxmlformats.org/drawingml/2006/main">
            <a:off x="1524000" y="57150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8D72FF"/>
                </a:solidFill>
              </a:defRPr>
            </a:defPPr>
            <a:lvl1pPr algn="l">
              <a:defRPr sz="1350" b="1">
                <a:solidFill>
                  <a:srgbClr val="8D72FF"/>
                </a:solidFill>
              </a:defRPr>
            </a:lvl1pPr>
            <a:lvl2pPr algn="l">
              <a:defRPr sz="1350" b="1">
                <a:solidFill>
                  <a:srgbClr val="8D72FF"/>
                </a:solidFill>
              </a:defRPr>
            </a:lvl2pPr>
            <a:lvl3pPr algn="l">
              <a:defRPr sz="1350" b="1">
                <a:solidFill>
                  <a:srgbClr val="8D72FF"/>
                </a:solidFill>
              </a:defRPr>
            </a:lvl3pPr>
            <a:lvl4pPr algn="l">
              <a:defRPr sz="1350" b="1">
                <a:solidFill>
                  <a:srgbClr val="8D72FF"/>
                </a:solidFill>
              </a:defRPr>
            </a:lvl4pPr>
            <a:lvl5pPr algn="l">
              <a:defRPr sz="1350" b="1">
                <a:solidFill>
                  <a:srgbClr val="8D72FF"/>
                </a:solidFill>
              </a:defRPr>
            </a:lvl5pPr>
            <a:lvl6pPr algn="l">
              <a:defRPr sz="1350" b="1">
                <a:solidFill>
                  <a:srgbClr val="8D72FF"/>
                </a:solidFill>
              </a:defRPr>
            </a:lvl6pPr>
            <a:lvl7pPr algn="l">
              <a:defRPr sz="1350" b="1">
                <a:solidFill>
                  <a:srgbClr val="8D72FF"/>
                </a:solidFill>
              </a:defRPr>
            </a:lvl7pPr>
            <a:lvl8pPr algn="l">
              <a:defRPr sz="1350" b="1">
                <a:solidFill>
                  <a:srgbClr val="8D72FF"/>
                </a:solidFill>
              </a:defRPr>
            </a:lvl8pPr>
            <a:lvl9pPr algn="l">
              <a:defRPr sz="1350" b="1">
                <a:solidFill>
                  <a:srgbClr val="8D72FF"/>
                </a:solidFill>
              </a:defRPr>
            </a:lvl9pPr>
          </a:lstStyle>
          <a:p xmlns:a="http://schemas.openxmlformats.org/drawingml/2006/main">
            <a:pPr algn="l">
              <a:defRPr sz="1350" b="1">
                <a:solidFill>
                  <a:srgbClr val="8D72FF"/>
                </a:solidFill>
              </a:defRPr>
            </a:pPr>
            <a:r>
              <a:rPr sz="1350" b="1">
                <a:solidFill>
                  <a:srgbClr val="8D72FF"/>
                </a:solidFill>
              </a:rPr>
              <a:t>見る点</a:t>
            </a:r>
          </a:p>
        </p:txBody>
      </p:sp>
      <p:sp>
        <p:nvSpPr>
          <p:cNvPr id="15" name="">
            <a:extLst xmlns:a="http://schemas.openxmlformats.org/drawingml/2006/main">
              <a:ext uri="{FF2B5EF4-FFF2-40B4-BE49-F238E27FC236}">
                <a16:creationId xmlns:a16="http://schemas.microsoft.com/office/drawing/2014/main" id="{CC57D695-5677-433F-A63C-CD337686FEE2}"/>
              </a:ext>
            </a:extLst>
          </p:cNvPr>
          <p:cNvSpPr>
            <a:spLocks xmlns:a="http://schemas.openxmlformats.org/drawingml/2006/main" noGrp="1"/>
          </p:cNvSpPr>
          <p:nvPr/>
        </p:nvSpPr>
        <p:spPr>
          <a:xfrm xmlns:a="http://schemas.openxmlformats.org/drawingml/2006/main">
            <a:off x="2381250" y="5686425"/>
            <a:ext cx="809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A8C1D1"/>
                </a:solidFill>
              </a:defRPr>
            </a:defPPr>
            <a:lvl1pPr algn="l">
              <a:defRPr sz="1425" b="1">
                <a:solidFill>
                  <a:srgbClr val="A8C1D1"/>
                </a:solidFill>
              </a:defRPr>
            </a:lvl1pPr>
            <a:lvl2pPr algn="l">
              <a:defRPr sz="1425" b="1">
                <a:solidFill>
                  <a:srgbClr val="A8C1D1"/>
                </a:solidFill>
              </a:defRPr>
            </a:lvl2pPr>
            <a:lvl3pPr algn="l">
              <a:defRPr sz="1425" b="1">
                <a:solidFill>
                  <a:srgbClr val="A8C1D1"/>
                </a:solidFill>
              </a:defRPr>
            </a:lvl3pPr>
            <a:lvl4pPr algn="l">
              <a:defRPr sz="1425" b="1">
                <a:solidFill>
                  <a:srgbClr val="A8C1D1"/>
                </a:solidFill>
              </a:defRPr>
            </a:lvl4pPr>
            <a:lvl5pPr algn="l">
              <a:defRPr sz="1425" b="1">
                <a:solidFill>
                  <a:srgbClr val="A8C1D1"/>
                </a:solidFill>
              </a:defRPr>
            </a:lvl5pPr>
            <a:lvl6pPr algn="l">
              <a:defRPr sz="1425" b="1">
                <a:solidFill>
                  <a:srgbClr val="A8C1D1"/>
                </a:solidFill>
              </a:defRPr>
            </a:lvl6pPr>
            <a:lvl7pPr algn="l">
              <a:defRPr sz="1425" b="1">
                <a:solidFill>
                  <a:srgbClr val="A8C1D1"/>
                </a:solidFill>
              </a:defRPr>
            </a:lvl7pPr>
            <a:lvl8pPr algn="l">
              <a:defRPr sz="1425" b="1">
                <a:solidFill>
                  <a:srgbClr val="A8C1D1"/>
                </a:solidFill>
              </a:defRPr>
            </a:lvl8pPr>
            <a:lvl9pPr algn="l">
              <a:defRPr sz="1425" b="1">
                <a:solidFill>
                  <a:srgbClr val="A8C1D1"/>
                </a:solidFill>
              </a:defRPr>
            </a:lvl9pPr>
          </a:lstStyle>
          <a:p xmlns:a="http://schemas.openxmlformats.org/drawingml/2006/main">
            <a:pPr algn="l">
              <a:defRPr sz="1425" b="1">
                <a:solidFill>
                  <a:srgbClr val="A8C1D1"/>
                </a:solidFill>
              </a:defRPr>
            </a:pPr>
            <a:r>
              <a:rPr sz="1425" b="1">
                <a:solidFill>
                  <a:srgbClr val="A8C1D1"/>
                </a:solidFill>
              </a:rPr>
              <a:t>炎の立体感を保ったまま、曲線に沿って向きが変わるか</a:t>
            </a:r>
          </a:p>
        </p:txBody>
      </p:sp>
    </p:spTree>
    <p:extLst>
      <p:ext uri="{BB962C8B-B14F-4D97-AF65-F5344CB8AC3E}">
        <p14:creationId xmlns:p14="http://schemas.microsoft.com/office/powerpoint/2010/main" val="1351792331"/>
      </p:ext>
    </p:extLst>
  </p:cSld>
</p:sld>
</file>

<file path=ppt/slides/slide12.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2CE42D0-BA52-49A9-8480-43FAE97AE709}"/>
              </a:ext>
            </a:extLst>
          </p:cNvPr>
          <p:cNvSpPr>
            <a:spLocks xmlns:a="http://schemas.openxmlformats.org/drawingml/2006/main" noGrp="1"/>
          </p:cNvSpPr>
          <p:nvPr/>
        </p:nvSpPr>
        <p:spPr>
          <a:xfrm xmlns:a="http://schemas.openxmlformats.org/drawingml/2006/main">
            <a:off x="647700" y="4000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a:solidFill>
                  <a:srgbClr val="FFFFFF"/>
                </a:solidFill>
              </a:defRPr>
            </a:defPPr>
            <a:lvl1pPr algn="l">
              <a:defRPr sz="2475" b="1">
                <a:solidFill>
                  <a:srgbClr val="FFFFFF"/>
                </a:solidFill>
              </a:defRPr>
            </a:lvl1pPr>
            <a:lvl2pPr algn="l">
              <a:defRPr sz="2475" b="1">
                <a:solidFill>
                  <a:srgbClr val="FFFFFF"/>
                </a:solidFill>
              </a:defRPr>
            </a:lvl2pPr>
            <a:lvl3pPr algn="l">
              <a:defRPr sz="2475" b="1">
                <a:solidFill>
                  <a:srgbClr val="FFFFFF"/>
                </a:solidFill>
              </a:defRPr>
            </a:lvl3pPr>
            <a:lvl4pPr algn="l">
              <a:defRPr sz="2475" b="1">
                <a:solidFill>
                  <a:srgbClr val="FFFFFF"/>
                </a:solidFill>
              </a:defRPr>
            </a:lvl4pPr>
            <a:lvl5pPr algn="l">
              <a:defRPr sz="2475" b="1">
                <a:solidFill>
                  <a:srgbClr val="FFFFFF"/>
                </a:solidFill>
              </a:defRPr>
            </a:lvl5pPr>
            <a:lvl6pPr algn="l">
              <a:defRPr sz="2475" b="1">
                <a:solidFill>
                  <a:srgbClr val="FFFFFF"/>
                </a:solidFill>
              </a:defRPr>
            </a:lvl6pPr>
            <a:lvl7pPr algn="l">
              <a:defRPr sz="2475" b="1">
                <a:solidFill>
                  <a:srgbClr val="FFFFFF"/>
                </a:solidFill>
              </a:defRPr>
            </a:lvl7pPr>
            <a:lvl8pPr algn="l">
              <a:defRPr sz="2475" b="1">
                <a:solidFill>
                  <a:srgbClr val="FFFFFF"/>
                </a:solidFill>
              </a:defRPr>
            </a:lvl8pPr>
            <a:lvl9pPr algn="l">
              <a:defRPr sz="2475" b="1">
                <a:solidFill>
                  <a:srgbClr val="FFFFFF"/>
                </a:solidFill>
              </a:defRPr>
            </a:lvl9pPr>
          </a:lstStyle>
          <a:p xmlns:a="http://schemas.openxmlformats.org/drawingml/2006/main">
            <a:pPr algn="l">
              <a:defRPr sz="2475" b="1">
                <a:solidFill>
                  <a:srgbClr val="FFFFFF"/>
                </a:solidFill>
              </a:defRPr>
            </a:pPr>
            <a:r>
              <a:rPr sz="2475" b="1">
                <a:solidFill>
                  <a:srgbClr val="FFFFFF"/>
                </a:solidFill>
              </a:rPr>
              <a:t>技術 4：発光、流れ、消え方</a:t>
            </a:r>
          </a:p>
        </p:txBody>
      </p:sp>
      <p:sp>
        <p:nvSpPr>
          <p:cNvPr id="2" name="">
            <a:extLst xmlns:a="http://schemas.openxmlformats.org/drawingml/2006/main">
              <a:ext uri="{FF2B5EF4-FFF2-40B4-BE49-F238E27FC236}">
                <a16:creationId xmlns:a16="http://schemas.microsoft.com/office/drawing/2014/main" id="{B234E68E-703C-4101-995B-6F1696B50F5F}"/>
              </a:ext>
            </a:extLst>
          </p:cNvPr>
          <p:cNvSpPr>
            <a:spLocks xmlns:a="http://schemas.openxmlformats.org/drawingml/2006/main" noGrp="1"/>
          </p:cNvSpPr>
          <p:nvPr/>
        </p:nvSpPr>
        <p:spPr>
          <a:xfrm xmlns:a="http://schemas.openxmlformats.org/drawingml/2006/main">
            <a:off x="10877550" y="4953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39D7FF"/>
                </a:solidFill>
              </a:defRPr>
            </a:defPPr>
            <a:lvl1pPr algn="r">
              <a:defRPr sz="1050" b="1">
                <a:solidFill>
                  <a:srgbClr val="39D7FF"/>
                </a:solidFill>
              </a:defRPr>
            </a:lvl1pPr>
            <a:lvl2pPr algn="r">
              <a:defRPr sz="1050" b="1">
                <a:solidFill>
                  <a:srgbClr val="39D7FF"/>
                </a:solidFill>
              </a:defRPr>
            </a:lvl2pPr>
            <a:lvl3pPr algn="r">
              <a:defRPr sz="1050" b="1">
                <a:solidFill>
                  <a:srgbClr val="39D7FF"/>
                </a:solidFill>
              </a:defRPr>
            </a:lvl3pPr>
            <a:lvl4pPr algn="r">
              <a:defRPr sz="1050" b="1">
                <a:solidFill>
                  <a:srgbClr val="39D7FF"/>
                </a:solidFill>
              </a:defRPr>
            </a:lvl4pPr>
            <a:lvl5pPr algn="r">
              <a:defRPr sz="1050" b="1">
                <a:solidFill>
                  <a:srgbClr val="39D7FF"/>
                </a:solidFill>
              </a:defRPr>
            </a:lvl5pPr>
            <a:lvl6pPr algn="r">
              <a:defRPr sz="1050" b="1">
                <a:solidFill>
                  <a:srgbClr val="39D7FF"/>
                </a:solidFill>
              </a:defRPr>
            </a:lvl6pPr>
            <a:lvl7pPr algn="r">
              <a:defRPr sz="1050" b="1">
                <a:solidFill>
                  <a:srgbClr val="39D7FF"/>
                </a:solidFill>
              </a:defRPr>
            </a:lvl7pPr>
            <a:lvl8pPr algn="r">
              <a:defRPr sz="1050" b="1">
                <a:solidFill>
                  <a:srgbClr val="39D7FF"/>
                </a:solidFill>
              </a:defRPr>
            </a:lvl8pPr>
            <a:lvl9pPr algn="r">
              <a:defRPr sz="1050" b="1">
                <a:solidFill>
                  <a:srgbClr val="39D7FF"/>
                </a:solidFill>
              </a:defRPr>
            </a:lvl9pPr>
          </a:lstStyle>
          <a:p xmlns:a="http://schemas.openxmlformats.org/drawingml/2006/main">
            <a:pPr algn="r">
              <a:defRPr sz="1050" b="1">
                <a:solidFill>
                  <a:srgbClr val="39D7FF"/>
                </a:solidFill>
              </a:defRPr>
            </a:pPr>
            <a:r>
              <a:rPr sz="1050" b="1">
                <a:solidFill>
                  <a:srgbClr val="39D7FF"/>
                </a:solidFill>
              </a:rPr>
              <a:t>12</a:t>
            </a:r>
          </a:p>
        </p:txBody>
      </p:sp>
      <p:sp>
        <p:nvSpPr>
          <p:cNvPr id="3" name="">
            <a:extLst xmlns:a="http://schemas.openxmlformats.org/drawingml/2006/main">
              <a:ext uri="{FF2B5EF4-FFF2-40B4-BE49-F238E27FC236}">
                <a16:creationId xmlns:a16="http://schemas.microsoft.com/office/drawing/2014/main" id="{17ED0400-9E26-4B41-BE4A-1893173F97F4}"/>
              </a:ext>
            </a:extLst>
          </p:cNvPr>
          <p:cNvSpPr>
            <a:spLocks xmlns:a="http://schemas.openxmlformats.org/drawingml/2006/main" noGrp="1"/>
          </p:cNvSpPr>
          <p:nvPr/>
        </p:nvSpPr>
        <p:spPr>
          <a:xfrm xmlns:a="http://schemas.openxmlformats.org/drawingml/2006/main">
            <a:off x="647700" y="1000125"/>
            <a:ext cx="10896600" cy="190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F4C2460-C8E3-4690-8CB3-3803FE4F2476}"/>
              </a:ext>
            </a:extLst>
          </p:cNvPr>
          <p:cNvSpPr>
            <a:spLocks xmlns:a="http://schemas.openxmlformats.org/drawingml/2006/main" noGrp="1"/>
          </p:cNvSpPr>
          <p:nvPr/>
        </p:nvSpPr>
        <p:spPr>
          <a:xfrm xmlns:a="http://schemas.openxmlformats.org/drawingml/2006/main">
            <a:off x="666750" y="129540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FFFFFF"/>
                </a:solidFill>
              </a:defRPr>
            </a:defPPr>
            <a:lvl1pPr algn="l">
              <a:defRPr sz="1875" b="1">
                <a:solidFill>
                  <a:srgbClr val="FFFFFF"/>
                </a:solidFill>
              </a:defRPr>
            </a:lvl1pPr>
            <a:lvl2pPr algn="l">
              <a:defRPr sz="1875" b="1">
                <a:solidFill>
                  <a:srgbClr val="FFFFFF"/>
                </a:solidFill>
              </a:defRPr>
            </a:lvl2pPr>
            <a:lvl3pPr algn="l">
              <a:defRPr sz="1875" b="1">
                <a:solidFill>
                  <a:srgbClr val="FFFFFF"/>
                </a:solidFill>
              </a:defRPr>
            </a:lvl3pPr>
            <a:lvl4pPr algn="l">
              <a:defRPr sz="1875" b="1">
                <a:solidFill>
                  <a:srgbClr val="FFFFFF"/>
                </a:solidFill>
              </a:defRPr>
            </a:lvl4pPr>
            <a:lvl5pPr algn="l">
              <a:defRPr sz="1875" b="1">
                <a:solidFill>
                  <a:srgbClr val="FFFFFF"/>
                </a:solidFill>
              </a:defRPr>
            </a:lvl5pPr>
            <a:lvl6pPr algn="l">
              <a:defRPr sz="1875" b="1">
                <a:solidFill>
                  <a:srgbClr val="FFFFFF"/>
                </a:solidFill>
              </a:defRPr>
            </a:lvl6pPr>
            <a:lvl7pPr algn="l">
              <a:defRPr sz="1875" b="1">
                <a:solidFill>
                  <a:srgbClr val="FFFFFF"/>
                </a:solidFill>
              </a:defRPr>
            </a:lvl7pPr>
            <a:lvl8pPr algn="l">
              <a:defRPr sz="1875" b="1">
                <a:solidFill>
                  <a:srgbClr val="FFFFFF"/>
                </a:solidFill>
              </a:defRPr>
            </a:lvl8pPr>
            <a:lvl9pPr algn="l">
              <a:defRPr sz="1875" b="1">
                <a:solidFill>
                  <a:srgbClr val="FFFFFF"/>
                </a:solidFill>
              </a:defRPr>
            </a:lvl9pPr>
          </a:lstStyle>
          <a:p xmlns:a="http://schemas.openxmlformats.org/drawingml/2006/main">
            <a:pPr algn="l">
              <a:defRPr sz="1875" b="1">
                <a:solidFill>
                  <a:srgbClr val="FFFFFF"/>
                </a:solidFill>
              </a:defRPr>
            </a:pPr>
            <a:r>
              <a:rPr sz="1875" b="1">
                <a:solidFill>
                  <a:srgbClr val="FFFFFF"/>
                </a:solidFill>
              </a:rPr>
              <a:t>メッシュに重ねる4つの見え方</a:t>
            </a:r>
          </a:p>
        </p:txBody>
      </p:sp>
      <p:sp>
        <p:nvSpPr>
          <p:cNvPr id="5" name="">
            <a:extLst xmlns:a="http://schemas.openxmlformats.org/drawingml/2006/main">
              <a:ext uri="{FF2B5EF4-FFF2-40B4-BE49-F238E27FC236}">
                <a16:creationId xmlns:a16="http://schemas.microsoft.com/office/drawing/2014/main" id="{1857EBA6-7870-42BA-8F25-0B39E8B80E91}"/>
              </a:ext>
            </a:extLst>
          </p:cNvPr>
          <p:cNvSpPr>
            <a:spLocks xmlns:a="http://schemas.openxmlformats.org/drawingml/2006/main" noGrp="1"/>
          </p:cNvSpPr>
          <p:nvPr/>
        </p:nvSpPr>
        <p:spPr>
          <a:xfrm xmlns:a="http://schemas.openxmlformats.org/drawingml/2006/main">
            <a:off x="723900" y="2114550"/>
            <a:ext cx="952500" cy="285750"/>
          </a:xfrm>
          <a:prstGeom xmlns:a="http://schemas.openxmlformats.org/drawingml/2006/main" prst="roundRect">
            <a:avLst>
              <a:gd name="adj" fmla="val 26667"/>
            </a:avLst>
          </a:prstGeom>
          <a:solidFill xmlns:a="http://schemas.openxmlformats.org/drawingml/2006/main">
            <a:srgbClr val="F161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87A94FF-9A5D-45F7-95F1-FCBDB1606493}"/>
              </a:ext>
            </a:extLst>
          </p:cNvPr>
          <p:cNvSpPr>
            <a:spLocks xmlns:a="http://schemas.openxmlformats.org/drawingml/2006/main" noGrp="1"/>
          </p:cNvSpPr>
          <p:nvPr/>
        </p:nvSpPr>
        <p:spPr>
          <a:xfrm xmlns:a="http://schemas.openxmlformats.org/drawingml/2006/main">
            <a:off x="819150" y="2124075"/>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07131F"/>
                </a:solidFill>
              </a:defRPr>
            </a:defPPr>
            <a:lvl1pPr algn="ctr">
              <a:defRPr sz="975" b="1">
                <a:solidFill>
                  <a:srgbClr val="07131F"/>
                </a:solidFill>
              </a:defRPr>
            </a:lvl1pPr>
            <a:lvl2pPr algn="ctr">
              <a:defRPr sz="975" b="1">
                <a:solidFill>
                  <a:srgbClr val="07131F"/>
                </a:solidFill>
              </a:defRPr>
            </a:lvl2pPr>
            <a:lvl3pPr algn="ctr">
              <a:defRPr sz="975" b="1">
                <a:solidFill>
                  <a:srgbClr val="07131F"/>
                </a:solidFill>
              </a:defRPr>
            </a:lvl3pPr>
            <a:lvl4pPr algn="ctr">
              <a:defRPr sz="975" b="1">
                <a:solidFill>
                  <a:srgbClr val="07131F"/>
                </a:solidFill>
              </a:defRPr>
            </a:lvl4pPr>
            <a:lvl5pPr algn="ctr">
              <a:defRPr sz="975" b="1">
                <a:solidFill>
                  <a:srgbClr val="07131F"/>
                </a:solidFill>
              </a:defRPr>
            </a:lvl5pPr>
            <a:lvl6pPr algn="ctr">
              <a:defRPr sz="975" b="1">
                <a:solidFill>
                  <a:srgbClr val="07131F"/>
                </a:solidFill>
              </a:defRPr>
            </a:lvl6pPr>
            <a:lvl7pPr algn="ctr">
              <a:defRPr sz="975" b="1">
                <a:solidFill>
                  <a:srgbClr val="07131F"/>
                </a:solidFill>
              </a:defRPr>
            </a:lvl7pPr>
            <a:lvl8pPr algn="ctr">
              <a:defRPr sz="975" b="1">
                <a:solidFill>
                  <a:srgbClr val="07131F"/>
                </a:solidFill>
              </a:defRPr>
            </a:lvl8pPr>
            <a:lvl9pPr algn="ctr">
              <a:defRPr sz="975" b="1">
                <a:solidFill>
                  <a:srgbClr val="07131F"/>
                </a:solidFill>
              </a:defRPr>
            </a:lvl9pPr>
          </a:lstStyle>
          <a:p xmlns:a="http://schemas.openxmlformats.org/drawingml/2006/main">
            <a:pPr algn="ctr">
              <a:defRPr sz="975" b="1">
                <a:solidFill>
                  <a:srgbClr val="07131F"/>
                </a:solidFill>
              </a:defRPr>
            </a:pPr>
            <a:r>
              <a:rPr sz="975" b="1">
                <a:solidFill>
                  <a:srgbClr val="07131F"/>
                </a:solidFill>
              </a:rPr>
              <a:t>根元</a:t>
            </a:r>
          </a:p>
        </p:txBody>
      </p:sp>
      <p:sp>
        <p:nvSpPr>
          <p:cNvPr id="7" name="">
            <a:extLst xmlns:a="http://schemas.openxmlformats.org/drawingml/2006/main">
              <a:ext uri="{FF2B5EF4-FFF2-40B4-BE49-F238E27FC236}">
                <a16:creationId xmlns:a16="http://schemas.microsoft.com/office/drawing/2014/main" id="{72055CE3-AB92-472C-AA82-4E813952A60A}"/>
              </a:ext>
            </a:extLst>
          </p:cNvPr>
          <p:cNvSpPr>
            <a:spLocks xmlns:a="http://schemas.openxmlformats.org/drawingml/2006/main" noGrp="1"/>
          </p:cNvSpPr>
          <p:nvPr/>
        </p:nvSpPr>
        <p:spPr>
          <a:xfrm xmlns:a="http://schemas.openxmlformats.org/drawingml/2006/main">
            <a:off x="2038350" y="19812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FFFFFF"/>
                </a:solidFill>
              </a:defRPr>
            </a:defPPr>
            <a:lvl1pPr algn="l">
              <a:defRPr sz="1650" b="1">
                <a:solidFill>
                  <a:srgbClr val="FFFFFF"/>
                </a:solidFill>
              </a:defRPr>
            </a:lvl1pPr>
            <a:lvl2pPr algn="l">
              <a:defRPr sz="1650" b="1">
                <a:solidFill>
                  <a:srgbClr val="FFFFFF"/>
                </a:solidFill>
              </a:defRPr>
            </a:lvl2pPr>
            <a:lvl3pPr algn="l">
              <a:defRPr sz="1650" b="1">
                <a:solidFill>
                  <a:srgbClr val="FFFFFF"/>
                </a:solidFill>
              </a:defRPr>
            </a:lvl3pPr>
            <a:lvl4pPr algn="l">
              <a:defRPr sz="1650" b="1">
                <a:solidFill>
                  <a:srgbClr val="FFFFFF"/>
                </a:solidFill>
              </a:defRPr>
            </a:lvl4pPr>
            <a:lvl5pPr algn="l">
              <a:defRPr sz="1650" b="1">
                <a:solidFill>
                  <a:srgbClr val="FFFFFF"/>
                </a:solidFill>
              </a:defRPr>
            </a:lvl5pPr>
            <a:lvl6pPr algn="l">
              <a:defRPr sz="1650" b="1">
                <a:solidFill>
                  <a:srgbClr val="FFFFFF"/>
                </a:solidFill>
              </a:defRPr>
            </a:lvl6pPr>
            <a:lvl7pPr algn="l">
              <a:defRPr sz="1650" b="1">
                <a:solidFill>
                  <a:srgbClr val="FFFFFF"/>
                </a:solidFill>
              </a:defRPr>
            </a:lvl7pPr>
            <a:lvl8pPr algn="l">
              <a:defRPr sz="1650" b="1">
                <a:solidFill>
                  <a:srgbClr val="FFFFFF"/>
                </a:solidFill>
              </a:defRPr>
            </a:lvl8pPr>
            <a:lvl9pPr algn="l">
              <a:defRPr sz="1650" b="1">
                <a:solidFill>
                  <a:srgbClr val="FFFFFF"/>
                </a:solidFill>
              </a:defRPr>
            </a:lvl9pPr>
          </a:lstStyle>
          <a:p xmlns:a="http://schemas.openxmlformats.org/drawingml/2006/main">
            <a:pPr algn="l">
              <a:defRPr sz="1650" b="1">
                <a:solidFill>
                  <a:srgbClr val="FFFFFF"/>
                </a:solidFill>
              </a:defRPr>
            </a:pPr>
            <a:r>
              <a:rPr sz="1650" b="1">
                <a:solidFill>
                  <a:srgbClr val="FFFFFF"/>
                </a:solidFill>
              </a:rPr>
              <a:t>加算ビルボード</a:t>
            </a:r>
          </a:p>
        </p:txBody>
      </p:sp>
      <p:sp>
        <p:nvSpPr>
          <p:cNvPr id="8" name="">
            <a:extLst xmlns:a="http://schemas.openxmlformats.org/drawingml/2006/main">
              <a:ext uri="{FF2B5EF4-FFF2-40B4-BE49-F238E27FC236}">
                <a16:creationId xmlns:a16="http://schemas.microsoft.com/office/drawing/2014/main" id="{E28004CE-2AFA-42C1-A287-1F355CCAE782}"/>
              </a:ext>
            </a:extLst>
          </p:cNvPr>
          <p:cNvSpPr>
            <a:spLocks xmlns:a="http://schemas.openxmlformats.org/drawingml/2006/main" noGrp="1"/>
          </p:cNvSpPr>
          <p:nvPr/>
        </p:nvSpPr>
        <p:spPr>
          <a:xfrm xmlns:a="http://schemas.openxmlformats.org/drawingml/2006/main">
            <a:off x="2038350" y="23812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A8C1D1"/>
                </a:solidFill>
              </a:defRPr>
            </a:defPPr>
            <a:lvl1pPr algn="l">
              <a:defRPr sz="1200" b="0">
                <a:solidFill>
                  <a:srgbClr val="A8C1D1"/>
                </a:solidFill>
              </a:defRPr>
            </a:lvl1pPr>
            <a:lvl2pPr algn="l">
              <a:defRPr sz="1200" b="0">
                <a:solidFill>
                  <a:srgbClr val="A8C1D1"/>
                </a:solidFill>
              </a:defRPr>
            </a:lvl2pPr>
            <a:lvl3pPr algn="l">
              <a:defRPr sz="1200" b="0">
                <a:solidFill>
                  <a:srgbClr val="A8C1D1"/>
                </a:solidFill>
              </a:defRPr>
            </a:lvl3pPr>
            <a:lvl4pPr algn="l">
              <a:defRPr sz="1200" b="0">
                <a:solidFill>
                  <a:srgbClr val="A8C1D1"/>
                </a:solidFill>
              </a:defRPr>
            </a:lvl4pPr>
            <a:lvl5pPr algn="l">
              <a:defRPr sz="1200" b="0">
                <a:solidFill>
                  <a:srgbClr val="A8C1D1"/>
                </a:solidFill>
              </a:defRPr>
            </a:lvl5pPr>
            <a:lvl6pPr algn="l">
              <a:defRPr sz="1200" b="0">
                <a:solidFill>
                  <a:srgbClr val="A8C1D1"/>
                </a:solidFill>
              </a:defRPr>
            </a:lvl6pPr>
            <a:lvl7pPr algn="l">
              <a:defRPr sz="1200" b="0">
                <a:solidFill>
                  <a:srgbClr val="A8C1D1"/>
                </a:solidFill>
              </a:defRPr>
            </a:lvl7pPr>
            <a:lvl8pPr algn="l">
              <a:defRPr sz="1200" b="0">
                <a:solidFill>
                  <a:srgbClr val="A8C1D1"/>
                </a:solidFill>
              </a:defRPr>
            </a:lvl8pPr>
            <a:lvl9pPr algn="l">
              <a:defRPr sz="1200" b="0">
                <a:solidFill>
                  <a:srgbClr val="A8C1D1"/>
                </a:solidFill>
              </a:defRPr>
            </a:lvl9pPr>
          </a:lstStyle>
          <a:p xmlns:a="http://schemas.openxmlformats.org/drawingml/2006/main">
            <a:pPr algn="l">
              <a:defRPr sz="1200" b="0">
                <a:solidFill>
                  <a:srgbClr val="A8C1D1"/>
                </a:solidFill>
              </a:defRPr>
            </a:pPr>
            <a:r>
              <a:rPr sz="1200" b="0">
                <a:solidFill>
                  <a:srgbClr val="A8C1D1"/>
                </a:solidFill>
              </a:rPr>
              <a:t>強い発光</a:t>
            </a:r>
          </a:p>
        </p:txBody>
      </p:sp>
      <p:sp>
        <p:nvSpPr>
          <p:cNvPr id="9" name="">
            <a:extLst xmlns:a="http://schemas.openxmlformats.org/drawingml/2006/main">
              <a:ext uri="{FF2B5EF4-FFF2-40B4-BE49-F238E27FC236}">
                <a16:creationId xmlns:a16="http://schemas.microsoft.com/office/drawing/2014/main" id="{DA2EFD89-6FB5-4A3C-B675-4E09D707CD55}"/>
              </a:ext>
            </a:extLst>
          </p:cNvPr>
          <p:cNvSpPr>
            <a:spLocks xmlns:a="http://schemas.openxmlformats.org/drawingml/2006/main" noGrp="1"/>
          </p:cNvSpPr>
          <p:nvPr/>
        </p:nvSpPr>
        <p:spPr>
          <a:xfrm xmlns:a="http://schemas.openxmlformats.org/drawingml/2006/main">
            <a:off x="5543550" y="2133600"/>
            <a:ext cx="4000500" cy="361950"/>
          </a:xfrm>
          <a:prstGeom xmlns:a="http://schemas.openxmlformats.org/drawingml/2006/main" prst="roundRect">
            <a:avLst>
              <a:gd name="adj" fmla="val 21053"/>
            </a:avLst>
          </a:prstGeom>
          <a:solidFill xmlns:a="http://schemas.openxmlformats.org/drawingml/2006/main">
            <a:srgbClr val="F161D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E0F7C93-96A6-4904-841A-4ED42ACEF7B0}"/>
              </a:ext>
            </a:extLst>
          </p:cNvPr>
          <p:cNvSpPr>
            <a:spLocks xmlns:a="http://schemas.openxmlformats.org/drawingml/2006/main" noGrp="1"/>
          </p:cNvSpPr>
          <p:nvPr/>
        </p:nvSpPr>
        <p:spPr>
          <a:xfrm xmlns:a="http://schemas.openxmlformats.org/drawingml/2006/main">
            <a:off x="6124575" y="2247900"/>
            <a:ext cx="133350" cy="1333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B6C23F6-D9AF-4EBF-8D5E-4423903BACD0}"/>
              </a:ext>
            </a:extLst>
          </p:cNvPr>
          <p:cNvSpPr>
            <a:spLocks xmlns:a="http://schemas.openxmlformats.org/drawingml/2006/main" noGrp="1"/>
          </p:cNvSpPr>
          <p:nvPr/>
        </p:nvSpPr>
        <p:spPr>
          <a:xfrm xmlns:a="http://schemas.openxmlformats.org/drawingml/2006/main">
            <a:off x="723900" y="3000375"/>
            <a:ext cx="952500" cy="285750"/>
          </a:xfrm>
          <a:prstGeom xmlns:a="http://schemas.openxmlformats.org/drawingml/2006/main" prst="roundRect">
            <a:avLst>
              <a:gd name="adj" fmla="val 26667"/>
            </a:avLst>
          </a:prstGeom>
          <a:solidFill xmlns:a="http://schemas.openxmlformats.org/drawingml/2006/main">
            <a:srgbClr val="39D7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7C3006B-356E-4EA7-886B-16D18B52EA06}"/>
              </a:ext>
            </a:extLst>
          </p:cNvPr>
          <p:cNvSpPr>
            <a:spLocks xmlns:a="http://schemas.openxmlformats.org/drawingml/2006/main" noGrp="1"/>
          </p:cNvSpPr>
          <p:nvPr/>
        </p:nvSpPr>
        <p:spPr>
          <a:xfrm xmlns:a="http://schemas.openxmlformats.org/drawingml/2006/main">
            <a:off x="819150" y="300990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07131F"/>
                </a:solidFill>
              </a:defRPr>
            </a:defPPr>
            <a:lvl1pPr algn="ctr">
              <a:defRPr sz="975" b="1">
                <a:solidFill>
                  <a:srgbClr val="07131F"/>
                </a:solidFill>
              </a:defRPr>
            </a:lvl1pPr>
            <a:lvl2pPr algn="ctr">
              <a:defRPr sz="975" b="1">
                <a:solidFill>
                  <a:srgbClr val="07131F"/>
                </a:solidFill>
              </a:defRPr>
            </a:lvl2pPr>
            <a:lvl3pPr algn="ctr">
              <a:defRPr sz="975" b="1">
                <a:solidFill>
                  <a:srgbClr val="07131F"/>
                </a:solidFill>
              </a:defRPr>
            </a:lvl3pPr>
            <a:lvl4pPr algn="ctr">
              <a:defRPr sz="975" b="1">
                <a:solidFill>
                  <a:srgbClr val="07131F"/>
                </a:solidFill>
              </a:defRPr>
            </a:lvl4pPr>
            <a:lvl5pPr algn="ctr">
              <a:defRPr sz="975" b="1">
                <a:solidFill>
                  <a:srgbClr val="07131F"/>
                </a:solidFill>
              </a:defRPr>
            </a:lvl5pPr>
            <a:lvl6pPr algn="ctr">
              <a:defRPr sz="975" b="1">
                <a:solidFill>
                  <a:srgbClr val="07131F"/>
                </a:solidFill>
              </a:defRPr>
            </a:lvl6pPr>
            <a:lvl7pPr algn="ctr">
              <a:defRPr sz="975" b="1">
                <a:solidFill>
                  <a:srgbClr val="07131F"/>
                </a:solidFill>
              </a:defRPr>
            </a:lvl7pPr>
            <a:lvl8pPr algn="ctr">
              <a:defRPr sz="975" b="1">
                <a:solidFill>
                  <a:srgbClr val="07131F"/>
                </a:solidFill>
              </a:defRPr>
            </a:lvl8pPr>
            <a:lvl9pPr algn="ctr">
              <a:defRPr sz="975" b="1">
                <a:solidFill>
                  <a:srgbClr val="07131F"/>
                </a:solidFill>
              </a:defRPr>
            </a:lvl9pPr>
          </a:lstStyle>
          <a:p xmlns:a="http://schemas.openxmlformats.org/drawingml/2006/main">
            <a:pPr algn="ctr">
              <a:defRPr sz="975" b="1">
                <a:solidFill>
                  <a:srgbClr val="07131F"/>
                </a:solidFill>
              </a:defRPr>
            </a:pPr>
            <a:r>
              <a:rPr sz="975" b="1">
                <a:solidFill>
                  <a:srgbClr val="07131F"/>
                </a:solidFill>
              </a:rPr>
              <a:t>内部</a:t>
            </a:r>
          </a:p>
        </p:txBody>
      </p:sp>
      <p:sp>
        <p:nvSpPr>
          <p:cNvPr id="13" name="">
            <a:extLst xmlns:a="http://schemas.openxmlformats.org/drawingml/2006/main">
              <a:ext uri="{FF2B5EF4-FFF2-40B4-BE49-F238E27FC236}">
                <a16:creationId xmlns:a16="http://schemas.microsoft.com/office/drawing/2014/main" id="{86407115-7E4C-448B-B409-09DFF357D567}"/>
              </a:ext>
            </a:extLst>
          </p:cNvPr>
          <p:cNvSpPr>
            <a:spLocks xmlns:a="http://schemas.openxmlformats.org/drawingml/2006/main" noGrp="1"/>
          </p:cNvSpPr>
          <p:nvPr/>
        </p:nvSpPr>
        <p:spPr>
          <a:xfrm xmlns:a="http://schemas.openxmlformats.org/drawingml/2006/main">
            <a:off x="2038350" y="28670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FFFFFF"/>
                </a:solidFill>
              </a:defRPr>
            </a:defPPr>
            <a:lvl1pPr algn="l">
              <a:defRPr sz="1650" b="1">
                <a:solidFill>
                  <a:srgbClr val="FFFFFF"/>
                </a:solidFill>
              </a:defRPr>
            </a:lvl1pPr>
            <a:lvl2pPr algn="l">
              <a:defRPr sz="1650" b="1">
                <a:solidFill>
                  <a:srgbClr val="FFFFFF"/>
                </a:solidFill>
              </a:defRPr>
            </a:lvl2pPr>
            <a:lvl3pPr algn="l">
              <a:defRPr sz="1650" b="1">
                <a:solidFill>
                  <a:srgbClr val="FFFFFF"/>
                </a:solidFill>
              </a:defRPr>
            </a:lvl3pPr>
            <a:lvl4pPr algn="l">
              <a:defRPr sz="1650" b="1">
                <a:solidFill>
                  <a:srgbClr val="FFFFFF"/>
                </a:solidFill>
              </a:defRPr>
            </a:lvl4pPr>
            <a:lvl5pPr algn="l">
              <a:defRPr sz="1650" b="1">
                <a:solidFill>
                  <a:srgbClr val="FFFFFF"/>
                </a:solidFill>
              </a:defRPr>
            </a:lvl5pPr>
            <a:lvl6pPr algn="l">
              <a:defRPr sz="1650" b="1">
                <a:solidFill>
                  <a:srgbClr val="FFFFFF"/>
                </a:solidFill>
              </a:defRPr>
            </a:lvl6pPr>
            <a:lvl7pPr algn="l">
              <a:defRPr sz="1650" b="1">
                <a:solidFill>
                  <a:srgbClr val="FFFFFF"/>
                </a:solidFill>
              </a:defRPr>
            </a:lvl7pPr>
            <a:lvl8pPr algn="l">
              <a:defRPr sz="1650" b="1">
                <a:solidFill>
                  <a:srgbClr val="FFFFFF"/>
                </a:solidFill>
              </a:defRPr>
            </a:lvl8pPr>
            <a:lvl9pPr algn="l">
              <a:defRPr sz="1650" b="1">
                <a:solidFill>
                  <a:srgbClr val="FFFFFF"/>
                </a:solidFill>
              </a:defRPr>
            </a:lvl9pPr>
          </a:lstStyle>
          <a:p xmlns:a="http://schemas.openxmlformats.org/drawingml/2006/main">
            <a:pPr algn="l">
              <a:defRPr sz="1650" b="1">
                <a:solidFill>
                  <a:srgbClr val="FFFFFF"/>
                </a:solidFill>
              </a:defRPr>
            </a:pPr>
            <a:r>
              <a:rPr sz="1650" b="1">
                <a:solidFill>
                  <a:srgbClr val="FFFFFF"/>
                </a:solidFill>
              </a:rPr>
              <a:t>UVスクロール</a:t>
            </a:r>
          </a:p>
        </p:txBody>
      </p:sp>
      <p:sp>
        <p:nvSpPr>
          <p:cNvPr id="14" name="">
            <a:extLst xmlns:a="http://schemas.openxmlformats.org/drawingml/2006/main">
              <a:ext uri="{FF2B5EF4-FFF2-40B4-BE49-F238E27FC236}">
                <a16:creationId xmlns:a16="http://schemas.microsoft.com/office/drawing/2014/main" id="{C3928282-AA34-486A-90D4-02F4D3202931}"/>
              </a:ext>
            </a:extLst>
          </p:cNvPr>
          <p:cNvSpPr>
            <a:spLocks xmlns:a="http://schemas.openxmlformats.org/drawingml/2006/main" noGrp="1"/>
          </p:cNvSpPr>
          <p:nvPr/>
        </p:nvSpPr>
        <p:spPr>
          <a:xfrm xmlns:a="http://schemas.openxmlformats.org/drawingml/2006/main">
            <a:off x="2038350" y="3267075"/>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A8C1D1"/>
                </a:solidFill>
              </a:defRPr>
            </a:defPPr>
            <a:lvl1pPr algn="l">
              <a:defRPr sz="1200" b="0">
                <a:solidFill>
                  <a:srgbClr val="A8C1D1"/>
                </a:solidFill>
              </a:defRPr>
            </a:lvl1pPr>
            <a:lvl2pPr algn="l">
              <a:defRPr sz="1200" b="0">
                <a:solidFill>
                  <a:srgbClr val="A8C1D1"/>
                </a:solidFill>
              </a:defRPr>
            </a:lvl2pPr>
            <a:lvl3pPr algn="l">
              <a:defRPr sz="1200" b="0">
                <a:solidFill>
                  <a:srgbClr val="A8C1D1"/>
                </a:solidFill>
              </a:defRPr>
            </a:lvl3pPr>
            <a:lvl4pPr algn="l">
              <a:defRPr sz="1200" b="0">
                <a:solidFill>
                  <a:srgbClr val="A8C1D1"/>
                </a:solidFill>
              </a:defRPr>
            </a:lvl4pPr>
            <a:lvl5pPr algn="l">
              <a:defRPr sz="1200" b="0">
                <a:solidFill>
                  <a:srgbClr val="A8C1D1"/>
                </a:solidFill>
              </a:defRPr>
            </a:lvl5pPr>
            <a:lvl6pPr algn="l">
              <a:defRPr sz="1200" b="0">
                <a:solidFill>
                  <a:srgbClr val="A8C1D1"/>
                </a:solidFill>
              </a:defRPr>
            </a:lvl6pPr>
            <a:lvl7pPr algn="l">
              <a:defRPr sz="1200" b="0">
                <a:solidFill>
                  <a:srgbClr val="A8C1D1"/>
                </a:solidFill>
              </a:defRPr>
            </a:lvl7pPr>
            <a:lvl8pPr algn="l">
              <a:defRPr sz="1200" b="0">
                <a:solidFill>
                  <a:srgbClr val="A8C1D1"/>
                </a:solidFill>
              </a:defRPr>
            </a:lvl8pPr>
            <a:lvl9pPr algn="l">
              <a:defRPr sz="1200" b="0">
                <a:solidFill>
                  <a:srgbClr val="A8C1D1"/>
                </a:solidFill>
              </a:defRPr>
            </a:lvl9pPr>
          </a:lstStyle>
          <a:p xmlns:a="http://schemas.openxmlformats.org/drawingml/2006/main">
            <a:pPr algn="l">
              <a:defRPr sz="1200" b="0">
                <a:solidFill>
                  <a:srgbClr val="A8C1D1"/>
                </a:solidFill>
              </a:defRPr>
            </a:pPr>
            <a:r>
              <a:rPr sz="1200" b="0">
                <a:solidFill>
                  <a:srgbClr val="A8C1D1"/>
                </a:solidFill>
              </a:rPr>
              <a:t>流れる模様</a:t>
            </a:r>
          </a:p>
        </p:txBody>
      </p:sp>
      <p:sp>
        <p:nvSpPr>
          <p:cNvPr id="15" name="">
            <a:extLst xmlns:a="http://schemas.openxmlformats.org/drawingml/2006/main">
              <a:ext uri="{FF2B5EF4-FFF2-40B4-BE49-F238E27FC236}">
                <a16:creationId xmlns:a16="http://schemas.microsoft.com/office/drawing/2014/main" id="{28F2BE75-5018-4F7B-8278-4304A2E58EE9}"/>
              </a:ext>
            </a:extLst>
          </p:cNvPr>
          <p:cNvSpPr>
            <a:spLocks xmlns:a="http://schemas.openxmlformats.org/drawingml/2006/main" noGrp="1"/>
          </p:cNvSpPr>
          <p:nvPr/>
        </p:nvSpPr>
        <p:spPr>
          <a:xfrm xmlns:a="http://schemas.openxmlformats.org/drawingml/2006/main">
            <a:off x="5543550" y="3019425"/>
            <a:ext cx="3448050" cy="314325"/>
          </a:xfrm>
          <a:prstGeom xmlns:a="http://schemas.openxmlformats.org/drawingml/2006/main" prst="roundRect">
            <a:avLst>
              <a:gd name="adj" fmla="val 24242"/>
            </a:avLst>
          </a:prstGeom>
          <a:solidFill xmlns:a="http://schemas.openxmlformats.org/drawingml/2006/main">
            <a:srgbClr val="39D7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A368815-AB1E-4917-A906-483FFB07DC02}"/>
              </a:ext>
            </a:extLst>
          </p:cNvPr>
          <p:cNvSpPr>
            <a:spLocks xmlns:a="http://schemas.openxmlformats.org/drawingml/2006/main" noGrp="1"/>
          </p:cNvSpPr>
          <p:nvPr/>
        </p:nvSpPr>
        <p:spPr>
          <a:xfrm xmlns:a="http://schemas.openxmlformats.org/drawingml/2006/main">
            <a:off x="6515100" y="3143250"/>
            <a:ext cx="114300" cy="1143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F7DB678-E55E-4329-AB3D-381833ACC3CB}"/>
              </a:ext>
            </a:extLst>
          </p:cNvPr>
          <p:cNvSpPr>
            <a:spLocks xmlns:a="http://schemas.openxmlformats.org/drawingml/2006/main" noGrp="1"/>
          </p:cNvSpPr>
          <p:nvPr/>
        </p:nvSpPr>
        <p:spPr>
          <a:xfrm xmlns:a="http://schemas.openxmlformats.org/drawingml/2006/main">
            <a:off x="723900" y="3886200"/>
            <a:ext cx="952500" cy="285750"/>
          </a:xfrm>
          <a:prstGeom xmlns:a="http://schemas.openxmlformats.org/drawingml/2006/main" prst="roundRect">
            <a:avLst>
              <a:gd name="adj" fmla="val 26667"/>
            </a:avLst>
          </a:prstGeom>
          <a:solidFill xmlns:a="http://schemas.openxmlformats.org/drawingml/2006/main">
            <a:srgbClr val="8D72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BBADCFD-0286-4E29-BAF6-8EE38608B7FD}"/>
              </a:ext>
            </a:extLst>
          </p:cNvPr>
          <p:cNvSpPr>
            <a:spLocks xmlns:a="http://schemas.openxmlformats.org/drawingml/2006/main" noGrp="1"/>
          </p:cNvSpPr>
          <p:nvPr/>
        </p:nvSpPr>
        <p:spPr>
          <a:xfrm xmlns:a="http://schemas.openxmlformats.org/drawingml/2006/main">
            <a:off x="819150" y="3895725"/>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07131F"/>
                </a:solidFill>
              </a:defRPr>
            </a:defPPr>
            <a:lvl1pPr algn="ctr">
              <a:defRPr sz="975" b="1">
                <a:solidFill>
                  <a:srgbClr val="07131F"/>
                </a:solidFill>
              </a:defRPr>
            </a:lvl1pPr>
            <a:lvl2pPr algn="ctr">
              <a:defRPr sz="975" b="1">
                <a:solidFill>
                  <a:srgbClr val="07131F"/>
                </a:solidFill>
              </a:defRPr>
            </a:lvl2pPr>
            <a:lvl3pPr algn="ctr">
              <a:defRPr sz="975" b="1">
                <a:solidFill>
                  <a:srgbClr val="07131F"/>
                </a:solidFill>
              </a:defRPr>
            </a:lvl3pPr>
            <a:lvl4pPr algn="ctr">
              <a:defRPr sz="975" b="1">
                <a:solidFill>
                  <a:srgbClr val="07131F"/>
                </a:solidFill>
              </a:defRPr>
            </a:lvl4pPr>
            <a:lvl5pPr algn="ctr">
              <a:defRPr sz="975" b="1">
                <a:solidFill>
                  <a:srgbClr val="07131F"/>
                </a:solidFill>
              </a:defRPr>
            </a:lvl5pPr>
            <a:lvl6pPr algn="ctr">
              <a:defRPr sz="975" b="1">
                <a:solidFill>
                  <a:srgbClr val="07131F"/>
                </a:solidFill>
              </a:defRPr>
            </a:lvl6pPr>
            <a:lvl7pPr algn="ctr">
              <a:defRPr sz="975" b="1">
                <a:solidFill>
                  <a:srgbClr val="07131F"/>
                </a:solidFill>
              </a:defRPr>
            </a:lvl7pPr>
            <a:lvl8pPr algn="ctr">
              <a:defRPr sz="975" b="1">
                <a:solidFill>
                  <a:srgbClr val="07131F"/>
                </a:solidFill>
              </a:defRPr>
            </a:lvl8pPr>
            <a:lvl9pPr algn="ctr">
              <a:defRPr sz="975" b="1">
                <a:solidFill>
                  <a:srgbClr val="07131F"/>
                </a:solidFill>
              </a:defRPr>
            </a:lvl9pPr>
          </a:lstStyle>
          <a:p xmlns:a="http://schemas.openxmlformats.org/drawingml/2006/main">
            <a:pPr algn="ctr">
              <a:defRPr sz="975" b="1">
                <a:solidFill>
                  <a:srgbClr val="07131F"/>
                </a:solidFill>
              </a:defRPr>
            </a:pPr>
            <a:r>
              <a:rPr sz="975" b="1">
                <a:solidFill>
                  <a:srgbClr val="07131F"/>
                </a:solidFill>
              </a:rPr>
              <a:t>コア</a:t>
            </a:r>
          </a:p>
        </p:txBody>
      </p:sp>
      <p:sp>
        <p:nvSpPr>
          <p:cNvPr id="19" name="">
            <a:extLst xmlns:a="http://schemas.openxmlformats.org/drawingml/2006/main">
              <a:ext uri="{FF2B5EF4-FFF2-40B4-BE49-F238E27FC236}">
                <a16:creationId xmlns:a16="http://schemas.microsoft.com/office/drawing/2014/main" id="{6C727520-03CA-45D0-83CF-186A52344263}"/>
              </a:ext>
            </a:extLst>
          </p:cNvPr>
          <p:cNvSpPr>
            <a:spLocks xmlns:a="http://schemas.openxmlformats.org/drawingml/2006/main" noGrp="1"/>
          </p:cNvSpPr>
          <p:nvPr/>
        </p:nvSpPr>
        <p:spPr>
          <a:xfrm xmlns:a="http://schemas.openxmlformats.org/drawingml/2006/main">
            <a:off x="2038350" y="3752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FFFFFF"/>
                </a:solidFill>
              </a:defRPr>
            </a:defPPr>
            <a:lvl1pPr algn="l">
              <a:defRPr sz="1650" b="1">
                <a:solidFill>
                  <a:srgbClr val="FFFFFF"/>
                </a:solidFill>
              </a:defRPr>
            </a:lvl1pPr>
            <a:lvl2pPr algn="l">
              <a:defRPr sz="1650" b="1">
                <a:solidFill>
                  <a:srgbClr val="FFFFFF"/>
                </a:solidFill>
              </a:defRPr>
            </a:lvl2pPr>
            <a:lvl3pPr algn="l">
              <a:defRPr sz="1650" b="1">
                <a:solidFill>
                  <a:srgbClr val="FFFFFF"/>
                </a:solidFill>
              </a:defRPr>
            </a:lvl3pPr>
            <a:lvl4pPr algn="l">
              <a:defRPr sz="1650" b="1">
                <a:solidFill>
                  <a:srgbClr val="FFFFFF"/>
                </a:solidFill>
              </a:defRPr>
            </a:lvl4pPr>
            <a:lvl5pPr algn="l">
              <a:defRPr sz="1650" b="1">
                <a:solidFill>
                  <a:srgbClr val="FFFFFF"/>
                </a:solidFill>
              </a:defRPr>
            </a:lvl5pPr>
            <a:lvl6pPr algn="l">
              <a:defRPr sz="1650" b="1">
                <a:solidFill>
                  <a:srgbClr val="FFFFFF"/>
                </a:solidFill>
              </a:defRPr>
            </a:lvl6pPr>
            <a:lvl7pPr algn="l">
              <a:defRPr sz="1650" b="1">
                <a:solidFill>
                  <a:srgbClr val="FFFFFF"/>
                </a:solidFill>
              </a:defRPr>
            </a:lvl7pPr>
            <a:lvl8pPr algn="l">
              <a:defRPr sz="1650" b="1">
                <a:solidFill>
                  <a:srgbClr val="FFFFFF"/>
                </a:solidFill>
              </a:defRPr>
            </a:lvl8pPr>
            <a:lvl9pPr algn="l">
              <a:defRPr sz="1650" b="1">
                <a:solidFill>
                  <a:srgbClr val="FFFFFF"/>
                </a:solidFill>
              </a:defRPr>
            </a:lvl9pPr>
          </a:lstStyle>
          <a:p xmlns:a="http://schemas.openxmlformats.org/drawingml/2006/main">
            <a:pPr algn="l">
              <a:defRPr sz="1650" b="1">
                <a:solidFill>
                  <a:srgbClr val="FFFFFF"/>
                </a:solidFill>
              </a:defRPr>
            </a:pPr>
            <a:r>
              <a:rPr sz="1650" b="1">
                <a:solidFill>
                  <a:srgbClr val="FFFFFF"/>
                </a:solidFill>
              </a:rPr>
              <a:t>マッハリング</a:t>
            </a:r>
          </a:p>
        </p:txBody>
      </p:sp>
      <p:sp>
        <p:nvSpPr>
          <p:cNvPr id="20" name="">
            <a:extLst xmlns:a="http://schemas.openxmlformats.org/drawingml/2006/main">
              <a:ext uri="{FF2B5EF4-FFF2-40B4-BE49-F238E27FC236}">
                <a16:creationId xmlns:a16="http://schemas.microsoft.com/office/drawing/2014/main" id="{E06B80C5-8C12-462E-96A9-BD8CFFC39B8F}"/>
              </a:ext>
            </a:extLst>
          </p:cNvPr>
          <p:cNvSpPr>
            <a:spLocks xmlns:a="http://schemas.openxmlformats.org/drawingml/2006/main" noGrp="1"/>
          </p:cNvSpPr>
          <p:nvPr/>
        </p:nvSpPr>
        <p:spPr>
          <a:xfrm xmlns:a="http://schemas.openxmlformats.org/drawingml/2006/main">
            <a:off x="2038350" y="41529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A8C1D1"/>
                </a:solidFill>
              </a:defRPr>
            </a:defPPr>
            <a:lvl1pPr algn="l">
              <a:defRPr sz="1200" b="0">
                <a:solidFill>
                  <a:srgbClr val="A8C1D1"/>
                </a:solidFill>
              </a:defRPr>
            </a:lvl1pPr>
            <a:lvl2pPr algn="l">
              <a:defRPr sz="1200" b="0">
                <a:solidFill>
                  <a:srgbClr val="A8C1D1"/>
                </a:solidFill>
              </a:defRPr>
            </a:lvl2pPr>
            <a:lvl3pPr algn="l">
              <a:defRPr sz="1200" b="0">
                <a:solidFill>
                  <a:srgbClr val="A8C1D1"/>
                </a:solidFill>
              </a:defRPr>
            </a:lvl3pPr>
            <a:lvl4pPr algn="l">
              <a:defRPr sz="1200" b="0">
                <a:solidFill>
                  <a:srgbClr val="A8C1D1"/>
                </a:solidFill>
              </a:defRPr>
            </a:lvl4pPr>
            <a:lvl5pPr algn="l">
              <a:defRPr sz="1200" b="0">
                <a:solidFill>
                  <a:srgbClr val="A8C1D1"/>
                </a:solidFill>
              </a:defRPr>
            </a:lvl5pPr>
            <a:lvl6pPr algn="l">
              <a:defRPr sz="1200" b="0">
                <a:solidFill>
                  <a:srgbClr val="A8C1D1"/>
                </a:solidFill>
              </a:defRPr>
            </a:lvl6pPr>
            <a:lvl7pPr algn="l">
              <a:defRPr sz="1200" b="0">
                <a:solidFill>
                  <a:srgbClr val="A8C1D1"/>
                </a:solidFill>
              </a:defRPr>
            </a:lvl7pPr>
            <a:lvl8pPr algn="l">
              <a:defRPr sz="1200" b="0">
                <a:solidFill>
                  <a:srgbClr val="A8C1D1"/>
                </a:solidFill>
              </a:defRPr>
            </a:lvl8pPr>
            <a:lvl9pPr algn="l">
              <a:defRPr sz="1200" b="0">
                <a:solidFill>
                  <a:srgbClr val="A8C1D1"/>
                </a:solidFill>
              </a:defRPr>
            </a:lvl9pPr>
          </a:lstStyle>
          <a:p xmlns:a="http://schemas.openxmlformats.org/drawingml/2006/main">
            <a:pPr algn="l">
              <a:defRPr sz="1200" b="0">
                <a:solidFill>
                  <a:srgbClr val="A8C1D1"/>
                </a:solidFill>
              </a:defRPr>
            </a:pPr>
            <a:r>
              <a:rPr sz="1200" b="0">
                <a:solidFill>
                  <a:srgbClr val="A8C1D1"/>
                </a:solidFill>
              </a:rPr>
              <a:t>周期的な明部</a:t>
            </a:r>
          </a:p>
        </p:txBody>
      </p:sp>
      <p:sp>
        <p:nvSpPr>
          <p:cNvPr id="21" name="">
            <a:extLst xmlns:a="http://schemas.openxmlformats.org/drawingml/2006/main">
              <a:ext uri="{FF2B5EF4-FFF2-40B4-BE49-F238E27FC236}">
                <a16:creationId xmlns:a16="http://schemas.microsoft.com/office/drawing/2014/main" id="{AC06C37A-1F47-4CC3-A7FC-932348082783}"/>
              </a:ext>
            </a:extLst>
          </p:cNvPr>
          <p:cNvSpPr>
            <a:spLocks xmlns:a="http://schemas.openxmlformats.org/drawingml/2006/main" noGrp="1"/>
          </p:cNvSpPr>
          <p:nvPr/>
        </p:nvSpPr>
        <p:spPr>
          <a:xfrm xmlns:a="http://schemas.openxmlformats.org/drawingml/2006/main">
            <a:off x="5543550" y="3905250"/>
            <a:ext cx="2895600" cy="266700"/>
          </a:xfrm>
          <a:prstGeom xmlns:a="http://schemas.openxmlformats.org/drawingml/2006/main" prst="roundRect">
            <a:avLst>
              <a:gd name="adj" fmla="val 28571"/>
            </a:avLst>
          </a:prstGeom>
          <a:solidFill xmlns:a="http://schemas.openxmlformats.org/drawingml/2006/main">
            <a:srgbClr val="8D72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BD31079-EF3C-4D95-8FE5-C4EC2D288332}"/>
              </a:ext>
            </a:extLst>
          </p:cNvPr>
          <p:cNvSpPr>
            <a:spLocks xmlns:a="http://schemas.openxmlformats.org/drawingml/2006/main" noGrp="1"/>
          </p:cNvSpPr>
          <p:nvPr/>
        </p:nvSpPr>
        <p:spPr>
          <a:xfrm xmlns:a="http://schemas.openxmlformats.org/drawingml/2006/main">
            <a:off x="6905625" y="4038600"/>
            <a:ext cx="95250" cy="952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0C3EA3C-CBEA-48DE-8B5F-02101DB1FD33}"/>
              </a:ext>
            </a:extLst>
          </p:cNvPr>
          <p:cNvSpPr>
            <a:spLocks xmlns:a="http://schemas.openxmlformats.org/drawingml/2006/main" noGrp="1"/>
          </p:cNvSpPr>
          <p:nvPr/>
        </p:nvSpPr>
        <p:spPr>
          <a:xfrm xmlns:a="http://schemas.openxmlformats.org/drawingml/2006/main">
            <a:off x="723900" y="4772025"/>
            <a:ext cx="952500" cy="285750"/>
          </a:xfrm>
          <a:prstGeom xmlns:a="http://schemas.openxmlformats.org/drawingml/2006/main" prst="roundRect">
            <a:avLst>
              <a:gd name="adj" fmla="val 26667"/>
            </a:avLst>
          </a:prstGeom>
          <a:solidFill xmlns:a="http://schemas.openxmlformats.org/drawingml/2006/main">
            <a:srgbClr val="6DE0B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4DD4B2E-746E-4428-877C-CF6E43D0227F}"/>
              </a:ext>
            </a:extLst>
          </p:cNvPr>
          <p:cNvSpPr>
            <a:spLocks xmlns:a="http://schemas.openxmlformats.org/drawingml/2006/main" noGrp="1"/>
          </p:cNvSpPr>
          <p:nvPr/>
        </p:nvSpPr>
        <p:spPr>
          <a:xfrm xmlns:a="http://schemas.openxmlformats.org/drawingml/2006/main">
            <a:off x="819150" y="47815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07131F"/>
                </a:solidFill>
              </a:defRPr>
            </a:defPPr>
            <a:lvl1pPr algn="ctr">
              <a:defRPr sz="975" b="1">
                <a:solidFill>
                  <a:srgbClr val="07131F"/>
                </a:solidFill>
              </a:defRPr>
            </a:lvl1pPr>
            <a:lvl2pPr algn="ctr">
              <a:defRPr sz="975" b="1">
                <a:solidFill>
                  <a:srgbClr val="07131F"/>
                </a:solidFill>
              </a:defRPr>
            </a:lvl2pPr>
            <a:lvl3pPr algn="ctr">
              <a:defRPr sz="975" b="1">
                <a:solidFill>
                  <a:srgbClr val="07131F"/>
                </a:solidFill>
              </a:defRPr>
            </a:lvl3pPr>
            <a:lvl4pPr algn="ctr">
              <a:defRPr sz="975" b="1">
                <a:solidFill>
                  <a:srgbClr val="07131F"/>
                </a:solidFill>
              </a:defRPr>
            </a:lvl4pPr>
            <a:lvl5pPr algn="ctr">
              <a:defRPr sz="975" b="1">
                <a:solidFill>
                  <a:srgbClr val="07131F"/>
                </a:solidFill>
              </a:defRPr>
            </a:lvl5pPr>
            <a:lvl6pPr algn="ctr">
              <a:defRPr sz="975" b="1">
                <a:solidFill>
                  <a:srgbClr val="07131F"/>
                </a:solidFill>
              </a:defRPr>
            </a:lvl6pPr>
            <a:lvl7pPr algn="ctr">
              <a:defRPr sz="975" b="1">
                <a:solidFill>
                  <a:srgbClr val="07131F"/>
                </a:solidFill>
              </a:defRPr>
            </a:lvl7pPr>
            <a:lvl8pPr algn="ctr">
              <a:defRPr sz="975" b="1">
                <a:solidFill>
                  <a:srgbClr val="07131F"/>
                </a:solidFill>
              </a:defRPr>
            </a:lvl8pPr>
            <a:lvl9pPr algn="ctr">
              <a:defRPr sz="975" b="1">
                <a:solidFill>
                  <a:srgbClr val="07131F"/>
                </a:solidFill>
              </a:defRPr>
            </a:lvl9pPr>
          </a:lstStyle>
          <a:p xmlns:a="http://schemas.openxmlformats.org/drawingml/2006/main">
            <a:pPr algn="ctr">
              <a:defRPr sz="975" b="1">
                <a:solidFill>
                  <a:srgbClr val="07131F"/>
                </a:solidFill>
              </a:defRPr>
            </a:pPr>
            <a:r>
              <a:rPr sz="975" b="1">
                <a:solidFill>
                  <a:srgbClr val="07131F"/>
                </a:solidFill>
              </a:rPr>
              <a:t>末端</a:t>
            </a:r>
          </a:p>
        </p:txBody>
      </p:sp>
      <p:sp>
        <p:nvSpPr>
          <p:cNvPr id="25" name="">
            <a:extLst xmlns:a="http://schemas.openxmlformats.org/drawingml/2006/main">
              <a:ext uri="{FF2B5EF4-FFF2-40B4-BE49-F238E27FC236}">
                <a16:creationId xmlns:a16="http://schemas.microsoft.com/office/drawing/2014/main" id="{4A64DEDE-AD22-4C3E-87B0-8FE61D475531}"/>
              </a:ext>
            </a:extLst>
          </p:cNvPr>
          <p:cNvSpPr>
            <a:spLocks xmlns:a="http://schemas.openxmlformats.org/drawingml/2006/main" noGrp="1"/>
          </p:cNvSpPr>
          <p:nvPr/>
        </p:nvSpPr>
        <p:spPr>
          <a:xfrm xmlns:a="http://schemas.openxmlformats.org/drawingml/2006/main">
            <a:off x="2038350" y="46386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FFFFFF"/>
                </a:solidFill>
              </a:defRPr>
            </a:defPPr>
            <a:lvl1pPr algn="l">
              <a:defRPr sz="1650" b="1">
                <a:solidFill>
                  <a:srgbClr val="FFFFFF"/>
                </a:solidFill>
              </a:defRPr>
            </a:lvl1pPr>
            <a:lvl2pPr algn="l">
              <a:defRPr sz="1650" b="1">
                <a:solidFill>
                  <a:srgbClr val="FFFFFF"/>
                </a:solidFill>
              </a:defRPr>
            </a:lvl2pPr>
            <a:lvl3pPr algn="l">
              <a:defRPr sz="1650" b="1">
                <a:solidFill>
                  <a:srgbClr val="FFFFFF"/>
                </a:solidFill>
              </a:defRPr>
            </a:lvl3pPr>
            <a:lvl4pPr algn="l">
              <a:defRPr sz="1650" b="1">
                <a:solidFill>
                  <a:srgbClr val="FFFFFF"/>
                </a:solidFill>
              </a:defRPr>
            </a:lvl4pPr>
            <a:lvl5pPr algn="l">
              <a:defRPr sz="1650" b="1">
                <a:solidFill>
                  <a:srgbClr val="FFFFFF"/>
                </a:solidFill>
              </a:defRPr>
            </a:lvl5pPr>
            <a:lvl6pPr algn="l">
              <a:defRPr sz="1650" b="1">
                <a:solidFill>
                  <a:srgbClr val="FFFFFF"/>
                </a:solidFill>
              </a:defRPr>
            </a:lvl6pPr>
            <a:lvl7pPr algn="l">
              <a:defRPr sz="1650" b="1">
                <a:solidFill>
                  <a:srgbClr val="FFFFFF"/>
                </a:solidFill>
              </a:defRPr>
            </a:lvl7pPr>
            <a:lvl8pPr algn="l">
              <a:defRPr sz="1650" b="1">
                <a:solidFill>
                  <a:srgbClr val="FFFFFF"/>
                </a:solidFill>
              </a:defRPr>
            </a:lvl8pPr>
            <a:lvl9pPr algn="l">
              <a:defRPr sz="1650" b="1">
                <a:solidFill>
                  <a:srgbClr val="FFFFFF"/>
                </a:solidFill>
              </a:defRPr>
            </a:lvl9pPr>
          </a:lstStyle>
          <a:p xmlns:a="http://schemas.openxmlformats.org/drawingml/2006/main">
            <a:pPr algn="l">
              <a:defRPr sz="1650" b="1">
                <a:solidFill>
                  <a:srgbClr val="FFFFFF"/>
                </a:solidFill>
              </a:defRPr>
            </a:pPr>
            <a:r>
              <a:rPr sz="1650" b="1">
                <a:solidFill>
                  <a:srgbClr val="FFFFFF"/>
                </a:solidFill>
              </a:rPr>
              <a:t>ライフタイム・テーパー</a:t>
            </a:r>
          </a:p>
        </p:txBody>
      </p:sp>
      <p:sp>
        <p:nvSpPr>
          <p:cNvPr id="26" name="">
            <a:extLst xmlns:a="http://schemas.openxmlformats.org/drawingml/2006/main">
              <a:ext uri="{FF2B5EF4-FFF2-40B4-BE49-F238E27FC236}">
                <a16:creationId xmlns:a16="http://schemas.microsoft.com/office/drawing/2014/main" id="{F70C0FB1-126F-44D0-938A-DEA5CDCE4A22}"/>
              </a:ext>
            </a:extLst>
          </p:cNvPr>
          <p:cNvSpPr>
            <a:spLocks xmlns:a="http://schemas.openxmlformats.org/drawingml/2006/main" noGrp="1"/>
          </p:cNvSpPr>
          <p:nvPr/>
        </p:nvSpPr>
        <p:spPr>
          <a:xfrm xmlns:a="http://schemas.openxmlformats.org/drawingml/2006/main">
            <a:off x="2038350" y="5038725"/>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A8C1D1"/>
                </a:solidFill>
              </a:defRPr>
            </a:defPPr>
            <a:lvl1pPr algn="l">
              <a:defRPr sz="1200" b="0">
                <a:solidFill>
                  <a:srgbClr val="A8C1D1"/>
                </a:solidFill>
              </a:defRPr>
            </a:lvl1pPr>
            <a:lvl2pPr algn="l">
              <a:defRPr sz="1200" b="0">
                <a:solidFill>
                  <a:srgbClr val="A8C1D1"/>
                </a:solidFill>
              </a:defRPr>
            </a:lvl2pPr>
            <a:lvl3pPr algn="l">
              <a:defRPr sz="1200" b="0">
                <a:solidFill>
                  <a:srgbClr val="A8C1D1"/>
                </a:solidFill>
              </a:defRPr>
            </a:lvl3pPr>
            <a:lvl4pPr algn="l">
              <a:defRPr sz="1200" b="0">
                <a:solidFill>
                  <a:srgbClr val="A8C1D1"/>
                </a:solidFill>
              </a:defRPr>
            </a:lvl4pPr>
            <a:lvl5pPr algn="l">
              <a:defRPr sz="1200" b="0">
                <a:solidFill>
                  <a:srgbClr val="A8C1D1"/>
                </a:solidFill>
              </a:defRPr>
            </a:lvl5pPr>
            <a:lvl6pPr algn="l">
              <a:defRPr sz="1200" b="0">
                <a:solidFill>
                  <a:srgbClr val="A8C1D1"/>
                </a:solidFill>
              </a:defRPr>
            </a:lvl6pPr>
            <a:lvl7pPr algn="l">
              <a:defRPr sz="1200" b="0">
                <a:solidFill>
                  <a:srgbClr val="A8C1D1"/>
                </a:solidFill>
              </a:defRPr>
            </a:lvl7pPr>
            <a:lvl8pPr algn="l">
              <a:defRPr sz="1200" b="0">
                <a:solidFill>
                  <a:srgbClr val="A8C1D1"/>
                </a:solidFill>
              </a:defRPr>
            </a:lvl8pPr>
            <a:lvl9pPr algn="l">
              <a:defRPr sz="1200" b="0">
                <a:solidFill>
                  <a:srgbClr val="A8C1D1"/>
                </a:solidFill>
              </a:defRPr>
            </a:lvl9pPr>
          </a:lstStyle>
          <a:p xmlns:a="http://schemas.openxmlformats.org/drawingml/2006/main">
            <a:pPr algn="l">
              <a:defRPr sz="1200" b="0">
                <a:solidFill>
                  <a:srgbClr val="A8C1D1"/>
                </a:solidFill>
              </a:defRPr>
            </a:pPr>
            <a:r>
              <a:rPr sz="1200" b="0">
                <a:solidFill>
                  <a:srgbClr val="A8C1D1"/>
                </a:solidFill>
              </a:rPr>
              <a:t>細く透明になる</a:t>
            </a:r>
          </a:p>
        </p:txBody>
      </p:sp>
      <p:sp>
        <p:nvSpPr>
          <p:cNvPr id="27" name="">
            <a:extLst xmlns:a="http://schemas.openxmlformats.org/drawingml/2006/main">
              <a:ext uri="{FF2B5EF4-FFF2-40B4-BE49-F238E27FC236}">
                <a16:creationId xmlns:a16="http://schemas.microsoft.com/office/drawing/2014/main" id="{CD821C3C-3AEC-4D6A-A1DB-B1B415955ACE}"/>
              </a:ext>
            </a:extLst>
          </p:cNvPr>
          <p:cNvSpPr>
            <a:spLocks xmlns:a="http://schemas.openxmlformats.org/drawingml/2006/main" noGrp="1"/>
          </p:cNvSpPr>
          <p:nvPr/>
        </p:nvSpPr>
        <p:spPr>
          <a:xfrm xmlns:a="http://schemas.openxmlformats.org/drawingml/2006/main">
            <a:off x="5543550" y="4791075"/>
            <a:ext cx="2343150" cy="219075"/>
          </a:xfrm>
          <a:prstGeom xmlns:a="http://schemas.openxmlformats.org/drawingml/2006/main" prst="roundRect">
            <a:avLst>
              <a:gd name="adj" fmla="val 34783"/>
            </a:avLst>
          </a:prstGeom>
          <a:solidFill xmlns:a="http://schemas.openxmlformats.org/drawingml/2006/main">
            <a:srgbClr val="6DE0B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6E8C30E-E2C8-426D-9C90-25D95EC25B6F}"/>
              </a:ext>
            </a:extLst>
          </p:cNvPr>
          <p:cNvSpPr>
            <a:spLocks xmlns:a="http://schemas.openxmlformats.org/drawingml/2006/main" noGrp="1"/>
          </p:cNvSpPr>
          <p:nvPr/>
        </p:nvSpPr>
        <p:spPr>
          <a:xfrm xmlns:a="http://schemas.openxmlformats.org/drawingml/2006/main">
            <a:off x="7296150" y="4933950"/>
            <a:ext cx="76200" cy="762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1EAAAB7-98DF-4D4A-95C8-6DC661290D66}"/>
              </a:ext>
            </a:extLst>
          </p:cNvPr>
          <p:cNvSpPr>
            <a:spLocks xmlns:a="http://schemas.openxmlformats.org/drawingml/2006/main" noGrp="1"/>
          </p:cNvSpPr>
          <p:nvPr/>
        </p:nvSpPr>
        <p:spPr>
          <a:xfrm xmlns:a="http://schemas.openxmlformats.org/drawingml/2006/main">
            <a:off x="1047750" y="5781675"/>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6DE0B2"/>
                </a:solidFill>
              </a:defRPr>
            </a:defPPr>
            <a:lvl1pPr algn="ctr">
              <a:defRPr sz="1500" b="1">
                <a:solidFill>
                  <a:srgbClr val="6DE0B2"/>
                </a:solidFill>
              </a:defRPr>
            </a:lvl1pPr>
            <a:lvl2pPr algn="ctr">
              <a:defRPr sz="1500" b="1">
                <a:solidFill>
                  <a:srgbClr val="6DE0B2"/>
                </a:solidFill>
              </a:defRPr>
            </a:lvl2pPr>
            <a:lvl3pPr algn="ctr">
              <a:defRPr sz="1500" b="1">
                <a:solidFill>
                  <a:srgbClr val="6DE0B2"/>
                </a:solidFill>
              </a:defRPr>
            </a:lvl3pPr>
            <a:lvl4pPr algn="ctr">
              <a:defRPr sz="1500" b="1">
                <a:solidFill>
                  <a:srgbClr val="6DE0B2"/>
                </a:solidFill>
              </a:defRPr>
            </a:lvl4pPr>
            <a:lvl5pPr algn="ctr">
              <a:defRPr sz="1500" b="1">
                <a:solidFill>
                  <a:srgbClr val="6DE0B2"/>
                </a:solidFill>
              </a:defRPr>
            </a:lvl5pPr>
            <a:lvl6pPr algn="ctr">
              <a:defRPr sz="1500" b="1">
                <a:solidFill>
                  <a:srgbClr val="6DE0B2"/>
                </a:solidFill>
              </a:defRPr>
            </a:lvl6pPr>
            <a:lvl7pPr algn="ctr">
              <a:defRPr sz="1500" b="1">
                <a:solidFill>
                  <a:srgbClr val="6DE0B2"/>
                </a:solidFill>
              </a:defRPr>
            </a:lvl7pPr>
            <a:lvl8pPr algn="ctr">
              <a:defRPr sz="1500" b="1">
                <a:solidFill>
                  <a:srgbClr val="6DE0B2"/>
                </a:solidFill>
              </a:defRPr>
            </a:lvl8pPr>
            <a:lvl9pPr algn="ctr">
              <a:defRPr sz="1500" b="1">
                <a:solidFill>
                  <a:srgbClr val="6DE0B2"/>
                </a:solidFill>
              </a:defRPr>
            </a:lvl9pPr>
          </a:lstStyle>
          <a:p xmlns:a="http://schemas.openxmlformats.org/drawingml/2006/main">
            <a:pPr algn="ctr">
              <a:defRPr sz="1500" b="1">
                <a:solidFill>
                  <a:srgbClr val="6DE0B2"/>
                </a:solidFill>
              </a:defRPr>
            </a:pPr>
            <a:r>
              <a:rPr sz="1500" b="1">
                <a:solidFill>
                  <a:srgbClr val="6DE0B2"/>
                </a:solidFill>
              </a:rPr>
              <a:t>発光の層を重ねることで、ノズル根元から尾までを一続きの噴射として見せる</a:t>
            </a:r>
          </a:p>
        </p:txBody>
      </p:sp>
    </p:spTree>
    <p:extLst>
      <p:ext uri="{BB962C8B-B14F-4D97-AF65-F5344CB8AC3E}">
        <p14:creationId xmlns:p14="http://schemas.microsoft.com/office/powerpoint/2010/main" val="899300441"/>
      </p:ext>
    </p:extLst>
  </p:cSld>
</p:sld>
</file>

<file path=ppt/slides/slide13.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C386FD7-DE24-4EE3-A30C-A58362ACEE69}"/>
              </a:ext>
            </a:extLst>
          </p:cNvPr>
          <p:cNvSpPr>
            <a:spLocks xmlns:a="http://schemas.openxmlformats.org/drawingml/2006/main" noGrp="1"/>
          </p:cNvSpPr>
          <p:nvPr/>
        </p:nvSpPr>
        <p:spPr>
          <a:xfrm xmlns:a="http://schemas.openxmlformats.org/drawingml/2006/main">
            <a:off x="647700" y="4000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a:solidFill>
                  <a:srgbClr val="FFFFFF"/>
                </a:solidFill>
              </a:defRPr>
            </a:defPPr>
            <a:lvl1pPr algn="l">
              <a:defRPr sz="2475" b="1">
                <a:solidFill>
                  <a:srgbClr val="FFFFFF"/>
                </a:solidFill>
              </a:defRPr>
            </a:lvl1pPr>
            <a:lvl2pPr algn="l">
              <a:defRPr sz="2475" b="1">
                <a:solidFill>
                  <a:srgbClr val="FFFFFF"/>
                </a:solidFill>
              </a:defRPr>
            </a:lvl2pPr>
            <a:lvl3pPr algn="l">
              <a:defRPr sz="2475" b="1">
                <a:solidFill>
                  <a:srgbClr val="FFFFFF"/>
                </a:solidFill>
              </a:defRPr>
            </a:lvl3pPr>
            <a:lvl4pPr algn="l">
              <a:defRPr sz="2475" b="1">
                <a:solidFill>
                  <a:srgbClr val="FFFFFF"/>
                </a:solidFill>
              </a:defRPr>
            </a:lvl4pPr>
            <a:lvl5pPr algn="l">
              <a:defRPr sz="2475" b="1">
                <a:solidFill>
                  <a:srgbClr val="FFFFFF"/>
                </a:solidFill>
              </a:defRPr>
            </a:lvl5pPr>
            <a:lvl6pPr algn="l">
              <a:defRPr sz="2475" b="1">
                <a:solidFill>
                  <a:srgbClr val="FFFFFF"/>
                </a:solidFill>
              </a:defRPr>
            </a:lvl6pPr>
            <a:lvl7pPr algn="l">
              <a:defRPr sz="2475" b="1">
                <a:solidFill>
                  <a:srgbClr val="FFFFFF"/>
                </a:solidFill>
              </a:defRPr>
            </a:lvl7pPr>
            <a:lvl8pPr algn="l">
              <a:defRPr sz="2475" b="1">
                <a:solidFill>
                  <a:srgbClr val="FFFFFF"/>
                </a:solidFill>
              </a:defRPr>
            </a:lvl8pPr>
            <a:lvl9pPr algn="l">
              <a:defRPr sz="2475" b="1">
                <a:solidFill>
                  <a:srgbClr val="FFFFFF"/>
                </a:solidFill>
              </a:defRPr>
            </a:lvl9pPr>
          </a:lstStyle>
          <a:p xmlns:a="http://schemas.openxmlformats.org/drawingml/2006/main">
            <a:pPr algn="l">
              <a:defRPr sz="2475" b="1">
                <a:solidFill>
                  <a:srgbClr val="FFFFFF"/>
                </a:solidFill>
              </a:defRPr>
            </a:pPr>
            <a:r>
              <a:rPr sz="2475" b="1">
                <a:solidFill>
                  <a:srgbClr val="FFFFFF"/>
                </a:solidFill>
              </a:rPr>
              <a:t>実装動画：発光、流れ、消え方</a:t>
            </a:r>
          </a:p>
        </p:txBody>
      </p:sp>
      <p:sp>
        <p:nvSpPr>
          <p:cNvPr id="2" name="">
            <a:extLst xmlns:a="http://schemas.openxmlformats.org/drawingml/2006/main">
              <a:ext uri="{FF2B5EF4-FFF2-40B4-BE49-F238E27FC236}">
                <a16:creationId xmlns:a16="http://schemas.microsoft.com/office/drawing/2014/main" id="{3F44A370-F998-4FD7-8F28-71A82331FA6E}"/>
              </a:ext>
            </a:extLst>
          </p:cNvPr>
          <p:cNvSpPr>
            <a:spLocks xmlns:a="http://schemas.openxmlformats.org/drawingml/2006/main" noGrp="1"/>
          </p:cNvSpPr>
          <p:nvPr/>
        </p:nvSpPr>
        <p:spPr>
          <a:xfrm xmlns:a="http://schemas.openxmlformats.org/drawingml/2006/main">
            <a:off x="10877550" y="4953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39D7FF"/>
                </a:solidFill>
              </a:defRPr>
            </a:defPPr>
            <a:lvl1pPr algn="r">
              <a:defRPr sz="1050" b="1">
                <a:solidFill>
                  <a:srgbClr val="39D7FF"/>
                </a:solidFill>
              </a:defRPr>
            </a:lvl1pPr>
            <a:lvl2pPr algn="r">
              <a:defRPr sz="1050" b="1">
                <a:solidFill>
                  <a:srgbClr val="39D7FF"/>
                </a:solidFill>
              </a:defRPr>
            </a:lvl2pPr>
            <a:lvl3pPr algn="r">
              <a:defRPr sz="1050" b="1">
                <a:solidFill>
                  <a:srgbClr val="39D7FF"/>
                </a:solidFill>
              </a:defRPr>
            </a:lvl3pPr>
            <a:lvl4pPr algn="r">
              <a:defRPr sz="1050" b="1">
                <a:solidFill>
                  <a:srgbClr val="39D7FF"/>
                </a:solidFill>
              </a:defRPr>
            </a:lvl4pPr>
            <a:lvl5pPr algn="r">
              <a:defRPr sz="1050" b="1">
                <a:solidFill>
                  <a:srgbClr val="39D7FF"/>
                </a:solidFill>
              </a:defRPr>
            </a:lvl5pPr>
            <a:lvl6pPr algn="r">
              <a:defRPr sz="1050" b="1">
                <a:solidFill>
                  <a:srgbClr val="39D7FF"/>
                </a:solidFill>
              </a:defRPr>
            </a:lvl6pPr>
            <a:lvl7pPr algn="r">
              <a:defRPr sz="1050" b="1">
                <a:solidFill>
                  <a:srgbClr val="39D7FF"/>
                </a:solidFill>
              </a:defRPr>
            </a:lvl7pPr>
            <a:lvl8pPr algn="r">
              <a:defRPr sz="1050" b="1">
                <a:solidFill>
                  <a:srgbClr val="39D7FF"/>
                </a:solidFill>
              </a:defRPr>
            </a:lvl8pPr>
            <a:lvl9pPr algn="r">
              <a:defRPr sz="1050" b="1">
                <a:solidFill>
                  <a:srgbClr val="39D7FF"/>
                </a:solidFill>
              </a:defRPr>
            </a:lvl9pPr>
          </a:lstStyle>
          <a:p xmlns:a="http://schemas.openxmlformats.org/drawingml/2006/main">
            <a:pPr algn="r">
              <a:defRPr sz="1050" b="1">
                <a:solidFill>
                  <a:srgbClr val="39D7FF"/>
                </a:solidFill>
              </a:defRPr>
            </a:pPr>
            <a:r>
              <a:rPr sz="1050" b="1">
                <a:solidFill>
                  <a:srgbClr val="39D7FF"/>
                </a:solidFill>
              </a:rPr>
              <a:t>13</a:t>
            </a:r>
          </a:p>
        </p:txBody>
      </p:sp>
      <p:sp>
        <p:nvSpPr>
          <p:cNvPr id="3" name="">
            <a:extLst xmlns:a="http://schemas.openxmlformats.org/drawingml/2006/main">
              <a:ext uri="{FF2B5EF4-FFF2-40B4-BE49-F238E27FC236}">
                <a16:creationId xmlns:a16="http://schemas.microsoft.com/office/drawing/2014/main" id="{2D341D70-9518-4812-AACC-2370BD8EED99}"/>
              </a:ext>
            </a:extLst>
          </p:cNvPr>
          <p:cNvSpPr>
            <a:spLocks xmlns:a="http://schemas.openxmlformats.org/drawingml/2006/main" noGrp="1"/>
          </p:cNvSpPr>
          <p:nvPr/>
        </p:nvSpPr>
        <p:spPr>
          <a:xfrm xmlns:a="http://schemas.openxmlformats.org/drawingml/2006/main">
            <a:off x="647700" y="1000125"/>
            <a:ext cx="10896600" cy="190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39C95BB-6AD2-47EA-8E5A-F484725BF229}"/>
              </a:ext>
            </a:extLst>
          </p:cNvPr>
          <p:cNvSpPr>
            <a:spLocks xmlns:a="http://schemas.openxmlformats.org/drawingml/2006/main" noGrp="1"/>
          </p:cNvSpPr>
          <p:nvPr/>
        </p:nvSpPr>
        <p:spPr>
          <a:xfrm xmlns:a="http://schemas.openxmlformats.org/drawingml/2006/main">
            <a:off x="666750" y="12763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FFFFFF"/>
                </a:solidFill>
              </a:defRPr>
            </a:defPPr>
            <a:lvl1pPr algn="l">
              <a:defRPr sz="1650" b="1">
                <a:solidFill>
                  <a:srgbClr val="FFFFFF"/>
                </a:solidFill>
              </a:defRPr>
            </a:lvl1pPr>
            <a:lvl2pPr algn="l">
              <a:defRPr sz="1650" b="1">
                <a:solidFill>
                  <a:srgbClr val="FFFFFF"/>
                </a:solidFill>
              </a:defRPr>
            </a:lvl2pPr>
            <a:lvl3pPr algn="l">
              <a:defRPr sz="1650" b="1">
                <a:solidFill>
                  <a:srgbClr val="FFFFFF"/>
                </a:solidFill>
              </a:defRPr>
            </a:lvl3pPr>
            <a:lvl4pPr algn="l">
              <a:defRPr sz="1650" b="1">
                <a:solidFill>
                  <a:srgbClr val="FFFFFF"/>
                </a:solidFill>
              </a:defRPr>
            </a:lvl4pPr>
            <a:lvl5pPr algn="l">
              <a:defRPr sz="1650" b="1">
                <a:solidFill>
                  <a:srgbClr val="FFFFFF"/>
                </a:solidFill>
              </a:defRPr>
            </a:lvl5pPr>
            <a:lvl6pPr algn="l">
              <a:defRPr sz="1650" b="1">
                <a:solidFill>
                  <a:srgbClr val="FFFFFF"/>
                </a:solidFill>
              </a:defRPr>
            </a:lvl6pPr>
            <a:lvl7pPr algn="l">
              <a:defRPr sz="1650" b="1">
                <a:solidFill>
                  <a:srgbClr val="FFFFFF"/>
                </a:solidFill>
              </a:defRPr>
            </a:lvl7pPr>
            <a:lvl8pPr algn="l">
              <a:defRPr sz="1650" b="1">
                <a:solidFill>
                  <a:srgbClr val="FFFFFF"/>
                </a:solidFill>
              </a:defRPr>
            </a:lvl8pPr>
            <a:lvl9pPr algn="l">
              <a:defRPr sz="1650" b="1">
                <a:solidFill>
                  <a:srgbClr val="FFFFFF"/>
                </a:solidFill>
              </a:defRPr>
            </a:lvl9pPr>
          </a:lstStyle>
          <a:p xmlns:a="http://schemas.openxmlformats.org/drawingml/2006/main">
            <a:pPr algn="l">
              <a:defRPr sz="1650" b="1">
                <a:solidFill>
                  <a:srgbClr val="FFFFFF"/>
                </a:solidFill>
              </a:defRPr>
            </a:pPr>
            <a:r>
              <a:rPr sz="1650" b="1">
                <a:solidFill>
                  <a:srgbClr val="FFFFFF"/>
                </a:solidFill>
              </a:rPr>
              <a:t>実装後の動きで、技術が画面上でどう見えるかを確認する</a:t>
            </a:r>
          </a:p>
        </p:txBody>
      </p:sp>
      <p:sp>
        <p:nvSpPr>
          <p:cNvPr id="5" name="">
            <a:extLst xmlns:a="http://schemas.openxmlformats.org/drawingml/2006/main">
              <a:ext uri="{FF2B5EF4-FFF2-40B4-BE49-F238E27FC236}">
                <a16:creationId xmlns:a16="http://schemas.microsoft.com/office/drawing/2014/main" id="{10BAE63B-8692-480A-8357-1177386965FC}"/>
              </a:ext>
            </a:extLst>
          </p:cNvPr>
          <p:cNvSpPr>
            <a:spLocks xmlns:a="http://schemas.openxmlformats.org/drawingml/2006/main" noGrp="1"/>
          </p:cNvSpPr>
          <p:nvPr/>
        </p:nvSpPr>
        <p:spPr>
          <a:xfrm xmlns:a="http://schemas.openxmlformats.org/drawingml/2006/main">
            <a:off x="1619250" y="1905000"/>
            <a:ext cx="8953500" cy="3333750"/>
          </a:xfrm>
          <a:prstGeom xmlns:a="http://schemas.openxmlformats.org/drawingml/2006/main" prst="roundRect">
            <a:avLst>
              <a:gd name="adj" fmla="val 2286"/>
            </a:avLst>
          </a:prstGeom>
          <a:solidFill xmlns:a="http://schemas.openxmlformats.org/drawingml/2006/main">
            <a:srgbClr val="0B2132"/>
          </a:solidFill>
          <a:ln xmlns:a="http://schemas.openxmlformats.org/drawingml/2006/main" w="9525">
            <a:solidFill>
              <a:srgbClr val="6DE0B2"/>
            </a:solidFill>
            <a:prstDash val="solid"/>
          </a:ln>
        </p:spPr>
      </p:sp>
      <p:pic>
        <p:nvPicPr>
          <p:cNvPr id="6" name="">
            <a:extLst xmlns:a="http://schemas.openxmlformats.org/drawingml/2006/main">
              <a:ext uri="{FF2B5EF4-FFF2-40B4-BE49-F238E27FC236}">
                <a16:creationId xmlns:a16="http://schemas.microsoft.com/office/drawing/2014/main" id="{1036B49C-FA95-4854-8EA8-196F42CC085B}"/>
              </a:ext>
            </a:extLst>
          </p:cNvPr>
          <p:cNvPicPr>
            <a:picLocks xmlns:a="http://schemas.openxmlformats.org/drawingml/2006/main" noChangeAspect="1"/>
          </p:cNvPicPr>
          <p:nvPr/>
        </p:nvPicPr>
        <p:blipFill>
          <a:blip xmlns:r="http://schemas.openxmlformats.org/officeDocument/2006/relationships" xmlns:a="http://schemas.openxmlformats.org/drawingml/2006/main" r:embed="R2df08254da5d423f"/>
          <a:srcRect xmlns:a="http://schemas.openxmlformats.org/drawingml/2006/main" l="0" t="15739" r="0" b="15739"/>
          <a:stretch xmlns:a="http://schemas.openxmlformats.org/drawingml/2006/main">
            <a:fillRect l="0" t="0" r="0" b="0"/>
          </a:stretch>
        </p:blipFill>
        <p:spPr>
          <a:xfrm xmlns:a="http://schemas.openxmlformats.org/drawingml/2006/main">
            <a:off x="1647825" y="1933575"/>
            <a:ext cx="8896350" cy="3276600"/>
          </a:xfrm>
          <a:prstGeom xmlns:a="http://schemas.openxmlformats.org/drawingml/2006/main" prst="roundRect">
            <a:avLst>
              <a:gd name="adj" fmla="val 3488"/>
            </a:avLst>
          </a:prstGeom>
        </p:spPr>
      </p:pic>
      <p:sp>
        <p:nvSpPr>
          <p:cNvPr id="7" name="">
            <a:extLst xmlns:a="http://schemas.openxmlformats.org/drawingml/2006/main">
              <a:ext uri="{FF2B5EF4-FFF2-40B4-BE49-F238E27FC236}">
                <a16:creationId xmlns:a16="http://schemas.microsoft.com/office/drawing/2014/main" id="{B7AD742F-328B-48EF-A3BE-49C7194305E3}"/>
              </a:ext>
            </a:extLst>
          </p:cNvPr>
          <p:cNvSpPr>
            <a:spLocks xmlns:a="http://schemas.openxmlformats.org/drawingml/2006/main" noGrp="1"/>
          </p:cNvSpPr>
          <p:nvPr/>
        </p:nvSpPr>
        <p:spPr>
          <a:xfrm xmlns:a="http://schemas.openxmlformats.org/drawingml/2006/main">
            <a:off x="1647825" y="1933575"/>
            <a:ext cx="8896350" cy="400050"/>
          </a:xfrm>
          <a:prstGeom xmlns:a="http://schemas.openxmlformats.org/drawingml/2006/main" prst="rect">
            <a:avLst/>
          </a:prstGeom>
          <a:solidFill xmlns:a="http://schemas.openxmlformats.org/drawingml/2006/main">
            <a:srgbClr val="0713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EA1784B-CF24-4FFE-9481-68B4AE37A7DE}"/>
              </a:ext>
            </a:extLst>
          </p:cNvPr>
          <p:cNvSpPr>
            <a:spLocks xmlns:a="http://schemas.openxmlformats.org/drawingml/2006/main" noGrp="1"/>
          </p:cNvSpPr>
          <p:nvPr/>
        </p:nvSpPr>
        <p:spPr>
          <a:xfrm xmlns:a="http://schemas.openxmlformats.org/drawingml/2006/main">
            <a:off x="1790700" y="200977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6DE0B2"/>
                </a:solidFill>
              </a:defRPr>
            </a:defPPr>
            <a:lvl1pPr algn="l">
              <a:defRPr sz="900" b="1">
                <a:solidFill>
                  <a:srgbClr val="6DE0B2"/>
                </a:solidFill>
              </a:defRPr>
            </a:lvl1pPr>
            <a:lvl2pPr algn="l">
              <a:defRPr sz="900" b="1">
                <a:solidFill>
                  <a:srgbClr val="6DE0B2"/>
                </a:solidFill>
              </a:defRPr>
            </a:lvl2pPr>
            <a:lvl3pPr algn="l">
              <a:defRPr sz="900" b="1">
                <a:solidFill>
                  <a:srgbClr val="6DE0B2"/>
                </a:solidFill>
              </a:defRPr>
            </a:lvl3pPr>
            <a:lvl4pPr algn="l">
              <a:defRPr sz="900" b="1">
                <a:solidFill>
                  <a:srgbClr val="6DE0B2"/>
                </a:solidFill>
              </a:defRPr>
            </a:lvl4pPr>
            <a:lvl5pPr algn="l">
              <a:defRPr sz="900" b="1">
                <a:solidFill>
                  <a:srgbClr val="6DE0B2"/>
                </a:solidFill>
              </a:defRPr>
            </a:lvl5pPr>
            <a:lvl6pPr algn="l">
              <a:defRPr sz="900" b="1">
                <a:solidFill>
                  <a:srgbClr val="6DE0B2"/>
                </a:solidFill>
              </a:defRPr>
            </a:lvl6pPr>
            <a:lvl7pPr algn="l">
              <a:defRPr sz="900" b="1">
                <a:solidFill>
                  <a:srgbClr val="6DE0B2"/>
                </a:solidFill>
              </a:defRPr>
            </a:lvl7pPr>
            <a:lvl8pPr algn="l">
              <a:defRPr sz="900" b="1">
                <a:solidFill>
                  <a:srgbClr val="6DE0B2"/>
                </a:solidFill>
              </a:defRPr>
            </a:lvl8pPr>
            <a:lvl9pPr algn="l">
              <a:defRPr sz="900" b="1">
                <a:solidFill>
                  <a:srgbClr val="6DE0B2"/>
                </a:solidFill>
              </a:defRPr>
            </a:lvl9pPr>
          </a:lstStyle>
          <a:p xmlns:a="http://schemas.openxmlformats.org/drawingml/2006/main">
            <a:pPr algn="l">
              <a:defRPr sz="900" b="1">
                <a:solidFill>
                  <a:srgbClr val="6DE0B2"/>
                </a:solidFill>
              </a:defRPr>
            </a:pPr>
            <a:r>
              <a:rPr sz="900" b="1">
                <a:solidFill>
                  <a:srgbClr val="6DE0B2"/>
                </a:solidFill>
              </a:rPr>
              <a:t>VIDEO</a:t>
            </a:r>
          </a:p>
        </p:txBody>
      </p:sp>
      <p:sp>
        <p:nvSpPr>
          <p:cNvPr id="9" name="">
            <a:extLst xmlns:a="http://schemas.openxmlformats.org/drawingml/2006/main">
              <a:ext uri="{FF2B5EF4-FFF2-40B4-BE49-F238E27FC236}">
                <a16:creationId xmlns:a16="http://schemas.microsoft.com/office/drawing/2014/main" id="{55F6863F-BB53-4013-A2D8-DB28C4A556EA}"/>
              </a:ext>
            </a:extLst>
          </p:cNvPr>
          <p:cNvSpPr>
            <a:spLocks xmlns:a="http://schemas.openxmlformats.org/drawingml/2006/main" noGrp="1"/>
          </p:cNvSpPr>
          <p:nvPr/>
        </p:nvSpPr>
        <p:spPr>
          <a:xfrm xmlns:a="http://schemas.openxmlformats.org/drawingml/2006/main">
            <a:off x="2457450" y="1981200"/>
            <a:ext cx="788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FFFFFF"/>
                </a:solidFill>
              </a:defRPr>
            </a:defPPr>
            <a:lvl1pPr algn="l">
              <a:defRPr sz="1200" b="1">
                <a:solidFill>
                  <a:srgbClr val="FFFFFF"/>
                </a:solidFill>
              </a:defRPr>
            </a:lvl1pPr>
            <a:lvl2pPr algn="l">
              <a:defRPr sz="1200" b="1">
                <a:solidFill>
                  <a:srgbClr val="FFFFFF"/>
                </a:solidFill>
              </a:defRPr>
            </a:lvl2pPr>
            <a:lvl3pPr algn="l">
              <a:defRPr sz="1200" b="1">
                <a:solidFill>
                  <a:srgbClr val="FFFFFF"/>
                </a:solidFill>
              </a:defRPr>
            </a:lvl3pPr>
            <a:lvl4pPr algn="l">
              <a:defRPr sz="1200" b="1">
                <a:solidFill>
                  <a:srgbClr val="FFFFFF"/>
                </a:solidFill>
              </a:defRPr>
            </a:lvl4pPr>
            <a:lvl5pPr algn="l">
              <a:defRPr sz="1200" b="1">
                <a:solidFill>
                  <a:srgbClr val="FFFFFF"/>
                </a:solidFill>
              </a:defRPr>
            </a:lvl5pPr>
            <a:lvl6pPr algn="l">
              <a:defRPr sz="1200" b="1">
                <a:solidFill>
                  <a:srgbClr val="FFFFFF"/>
                </a:solidFill>
              </a:defRPr>
            </a:lvl6pPr>
            <a:lvl7pPr algn="l">
              <a:defRPr sz="1200" b="1">
                <a:solidFill>
                  <a:srgbClr val="FFFFFF"/>
                </a:solidFill>
              </a:defRPr>
            </a:lvl7pPr>
            <a:lvl8pPr algn="l">
              <a:defRPr sz="1200" b="1">
                <a:solidFill>
                  <a:srgbClr val="FFFFFF"/>
                </a:solidFill>
              </a:defRPr>
            </a:lvl8pPr>
            <a:lvl9pPr algn="l">
              <a:defRPr sz="1200" b="1">
                <a:solidFill>
                  <a:srgbClr val="FFFFFF"/>
                </a:solidFill>
              </a:defRPr>
            </a:lvl9pPr>
          </a:lstStyle>
          <a:p xmlns:a="http://schemas.openxmlformats.org/drawingml/2006/main">
            <a:pPr algn="l">
              <a:defRPr sz="1200" b="1">
                <a:solidFill>
                  <a:srgbClr val="FFFFFF"/>
                </a:solidFill>
              </a:defRPr>
            </a:pPr>
            <a:r>
              <a:rPr sz="1200" b="1">
                <a:solidFill>
                  <a:srgbClr val="FFFFFF"/>
                </a:solidFill>
              </a:rPr>
              <a:t>Valkyrie Strike　実装映像</a:t>
            </a:r>
          </a:p>
        </p:txBody>
      </p:sp>
      <p:sp>
        <p:nvSpPr>
          <p:cNvPr id="10" name="">
            <a:extLst xmlns:a="http://schemas.openxmlformats.org/drawingml/2006/main">
              <a:ext uri="{FF2B5EF4-FFF2-40B4-BE49-F238E27FC236}">
                <a16:creationId xmlns:a16="http://schemas.microsoft.com/office/drawing/2014/main" id="{3996D0B6-9FC7-442F-A2B2-EAC49DF0685B}"/>
              </a:ext>
            </a:extLst>
          </p:cNvPr>
          <p:cNvSpPr>
            <a:spLocks xmlns:a="http://schemas.openxmlformats.org/drawingml/2006/main" noGrp="1"/>
          </p:cNvSpPr>
          <p:nvPr/>
        </p:nvSpPr>
        <p:spPr>
          <a:xfrm xmlns:a="http://schemas.openxmlformats.org/drawingml/2006/main">
            <a:off x="5819775" y="3295650"/>
            <a:ext cx="552450" cy="552450"/>
          </a:xfrm>
          <a:prstGeom xmlns:a="http://schemas.openxmlformats.org/drawingml/2006/main" prst="ellipse">
            <a:avLst/>
          </a:prstGeom>
          <a:solidFill xmlns:a="http://schemas.openxmlformats.org/drawingml/2006/main">
            <a:srgbClr val="07131F"/>
          </a:solidFill>
          <a:ln xmlns:a="http://schemas.openxmlformats.org/drawingml/2006/main" w="9525">
            <a:solidFill>
              <a:srgbClr val="6DE0B2"/>
            </a:solidFill>
            <a:prstDash val="solid"/>
          </a:ln>
        </p:spPr>
      </p:sp>
      <p:sp>
        <p:nvSpPr>
          <p:cNvPr id="11" name="">
            <a:extLst xmlns:a="http://schemas.openxmlformats.org/drawingml/2006/main">
              <a:ext uri="{FF2B5EF4-FFF2-40B4-BE49-F238E27FC236}">
                <a16:creationId xmlns:a16="http://schemas.microsoft.com/office/drawing/2014/main" id="{F1C0141F-F084-48FA-85F6-70675672A7F3}"/>
              </a:ext>
            </a:extLst>
          </p:cNvPr>
          <p:cNvSpPr>
            <a:spLocks xmlns:a="http://schemas.openxmlformats.org/drawingml/2006/main" noGrp="1"/>
          </p:cNvSpPr>
          <p:nvPr/>
        </p:nvSpPr>
        <p:spPr>
          <a:xfrm xmlns:a="http://schemas.openxmlformats.org/drawingml/2006/main">
            <a:off x="6019800" y="3448050"/>
            <a:ext cx="247650" cy="247650"/>
          </a:xfrm>
          <a:prstGeom xmlns:a="http://schemas.openxmlformats.org/drawingml/2006/main" prst="triangle">
            <a:avLst/>
          </a:prstGeom>
          <a:solidFill xmlns:a="http://schemas.openxmlformats.org/drawingml/2006/main">
            <a:srgbClr val="6DE0B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E78F0C8-A711-4615-AE38-3AB949745EB8}"/>
              </a:ext>
            </a:extLst>
          </p:cNvPr>
          <p:cNvSpPr>
            <a:spLocks xmlns:a="http://schemas.openxmlformats.org/drawingml/2006/main" noGrp="1"/>
          </p:cNvSpPr>
          <p:nvPr/>
        </p:nvSpPr>
        <p:spPr>
          <a:xfrm xmlns:a="http://schemas.openxmlformats.org/drawingml/2006/main">
            <a:off x="1647825" y="4829175"/>
            <a:ext cx="8896350" cy="381000"/>
          </a:xfrm>
          <a:prstGeom xmlns:a="http://schemas.openxmlformats.org/drawingml/2006/main" prst="rect">
            <a:avLst/>
          </a:prstGeom>
          <a:solidFill xmlns:a="http://schemas.openxmlformats.org/drawingml/2006/main">
            <a:srgbClr val="0713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CBBE1B9-649C-42F4-A601-D8295249DCB6}"/>
              </a:ext>
            </a:extLst>
          </p:cNvPr>
          <p:cNvSpPr>
            <a:spLocks xmlns:a="http://schemas.openxmlformats.org/drawingml/2006/main" noGrp="1"/>
          </p:cNvSpPr>
          <p:nvPr/>
        </p:nvSpPr>
        <p:spPr>
          <a:xfrm xmlns:a="http://schemas.openxmlformats.org/drawingml/2006/main">
            <a:off x="1771650" y="4905375"/>
            <a:ext cx="8648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00" b="0">
                <a:solidFill>
                  <a:srgbClr val="EAF6FF"/>
                </a:solidFill>
              </a:defRPr>
            </a:defPPr>
            <a:lvl1pPr algn="ctr">
              <a:defRPr sz="900" b="0">
                <a:solidFill>
                  <a:srgbClr val="EAF6FF"/>
                </a:solidFill>
              </a:defRPr>
            </a:lvl1pPr>
            <a:lvl2pPr algn="ctr">
              <a:defRPr sz="900" b="0">
                <a:solidFill>
                  <a:srgbClr val="EAF6FF"/>
                </a:solidFill>
              </a:defRPr>
            </a:lvl2pPr>
            <a:lvl3pPr algn="ctr">
              <a:defRPr sz="900" b="0">
                <a:solidFill>
                  <a:srgbClr val="EAF6FF"/>
                </a:solidFill>
              </a:defRPr>
            </a:lvl3pPr>
            <a:lvl4pPr algn="ctr">
              <a:defRPr sz="900" b="0">
                <a:solidFill>
                  <a:srgbClr val="EAF6FF"/>
                </a:solidFill>
              </a:defRPr>
            </a:lvl4pPr>
            <a:lvl5pPr algn="ctr">
              <a:defRPr sz="900" b="0">
                <a:solidFill>
                  <a:srgbClr val="EAF6FF"/>
                </a:solidFill>
              </a:defRPr>
            </a:lvl5pPr>
            <a:lvl6pPr algn="ctr">
              <a:defRPr sz="900" b="0">
                <a:solidFill>
                  <a:srgbClr val="EAF6FF"/>
                </a:solidFill>
              </a:defRPr>
            </a:lvl6pPr>
            <a:lvl7pPr algn="ctr">
              <a:defRPr sz="900" b="0">
                <a:solidFill>
                  <a:srgbClr val="EAF6FF"/>
                </a:solidFill>
              </a:defRPr>
            </a:lvl7pPr>
            <a:lvl8pPr algn="ctr">
              <a:defRPr sz="900" b="0">
                <a:solidFill>
                  <a:srgbClr val="EAF6FF"/>
                </a:solidFill>
              </a:defRPr>
            </a:lvl8pPr>
            <a:lvl9pPr algn="ctr">
              <a:defRPr sz="900" b="0">
                <a:solidFill>
                  <a:srgbClr val="EAF6FF"/>
                </a:solidFill>
              </a:defRPr>
            </a:lvl9pPr>
          </a:lstStyle>
          <a:p xmlns:a="http://schemas.openxmlformats.org/drawingml/2006/main">
            <a:pPr algn="ctr">
              <a:defRPr sz="900" b="0">
                <a:solidFill>
                  <a:srgbClr val="EAF6FF"/>
                </a:solidFill>
              </a:defRPr>
            </a:pPr>
            <a:r>
              <a:rPr sz="900" b="0">
                <a:solidFill>
                  <a:srgbClr val="EAF6FF"/>
                </a:solidFill>
              </a:rPr>
              <a:t>LE3B_13_ササナミ_ソウシ_VALKYRIESTRIKE.mp4</a:t>
            </a:r>
          </a:p>
        </p:txBody>
      </p:sp>
      <p:sp>
        <p:nvSpPr>
          <p:cNvPr id="14" name="">
            <a:extLst xmlns:a="http://schemas.openxmlformats.org/drawingml/2006/main">
              <a:ext uri="{FF2B5EF4-FFF2-40B4-BE49-F238E27FC236}">
                <a16:creationId xmlns:a16="http://schemas.microsoft.com/office/drawing/2014/main" id="{EE5CEC6C-6AB4-4191-85BA-CE7C715F65FA}"/>
              </a:ext>
            </a:extLst>
          </p:cNvPr>
          <p:cNvSpPr>
            <a:spLocks xmlns:a="http://schemas.openxmlformats.org/drawingml/2006/main" noGrp="1"/>
          </p:cNvSpPr>
          <p:nvPr/>
        </p:nvSpPr>
        <p:spPr>
          <a:xfrm xmlns:a="http://schemas.openxmlformats.org/drawingml/2006/main">
            <a:off x="1524000" y="57150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6DE0B2"/>
                </a:solidFill>
              </a:defRPr>
            </a:defPPr>
            <a:lvl1pPr algn="l">
              <a:defRPr sz="1350" b="1">
                <a:solidFill>
                  <a:srgbClr val="6DE0B2"/>
                </a:solidFill>
              </a:defRPr>
            </a:lvl1pPr>
            <a:lvl2pPr algn="l">
              <a:defRPr sz="1350" b="1">
                <a:solidFill>
                  <a:srgbClr val="6DE0B2"/>
                </a:solidFill>
              </a:defRPr>
            </a:lvl2pPr>
            <a:lvl3pPr algn="l">
              <a:defRPr sz="1350" b="1">
                <a:solidFill>
                  <a:srgbClr val="6DE0B2"/>
                </a:solidFill>
              </a:defRPr>
            </a:lvl3pPr>
            <a:lvl4pPr algn="l">
              <a:defRPr sz="1350" b="1">
                <a:solidFill>
                  <a:srgbClr val="6DE0B2"/>
                </a:solidFill>
              </a:defRPr>
            </a:lvl4pPr>
            <a:lvl5pPr algn="l">
              <a:defRPr sz="1350" b="1">
                <a:solidFill>
                  <a:srgbClr val="6DE0B2"/>
                </a:solidFill>
              </a:defRPr>
            </a:lvl5pPr>
            <a:lvl6pPr algn="l">
              <a:defRPr sz="1350" b="1">
                <a:solidFill>
                  <a:srgbClr val="6DE0B2"/>
                </a:solidFill>
              </a:defRPr>
            </a:lvl6pPr>
            <a:lvl7pPr algn="l">
              <a:defRPr sz="1350" b="1">
                <a:solidFill>
                  <a:srgbClr val="6DE0B2"/>
                </a:solidFill>
              </a:defRPr>
            </a:lvl7pPr>
            <a:lvl8pPr algn="l">
              <a:defRPr sz="1350" b="1">
                <a:solidFill>
                  <a:srgbClr val="6DE0B2"/>
                </a:solidFill>
              </a:defRPr>
            </a:lvl8pPr>
            <a:lvl9pPr algn="l">
              <a:defRPr sz="1350" b="1">
                <a:solidFill>
                  <a:srgbClr val="6DE0B2"/>
                </a:solidFill>
              </a:defRPr>
            </a:lvl9pPr>
          </a:lstStyle>
          <a:p xmlns:a="http://schemas.openxmlformats.org/drawingml/2006/main">
            <a:pPr algn="l">
              <a:defRPr sz="1350" b="1">
                <a:solidFill>
                  <a:srgbClr val="6DE0B2"/>
                </a:solidFill>
              </a:defRPr>
            </a:pPr>
            <a:r>
              <a:rPr sz="1350" b="1">
                <a:solidFill>
                  <a:srgbClr val="6DE0B2"/>
                </a:solidFill>
              </a:rPr>
              <a:t>見る点</a:t>
            </a:r>
          </a:p>
        </p:txBody>
      </p:sp>
      <p:sp>
        <p:nvSpPr>
          <p:cNvPr id="15" name="">
            <a:extLst xmlns:a="http://schemas.openxmlformats.org/drawingml/2006/main">
              <a:ext uri="{FF2B5EF4-FFF2-40B4-BE49-F238E27FC236}">
                <a16:creationId xmlns:a16="http://schemas.microsoft.com/office/drawing/2014/main" id="{5A901412-25CF-4142-95ED-D824708BB78E}"/>
              </a:ext>
            </a:extLst>
          </p:cNvPr>
          <p:cNvSpPr>
            <a:spLocks xmlns:a="http://schemas.openxmlformats.org/drawingml/2006/main" noGrp="1"/>
          </p:cNvSpPr>
          <p:nvPr/>
        </p:nvSpPr>
        <p:spPr>
          <a:xfrm xmlns:a="http://schemas.openxmlformats.org/drawingml/2006/main">
            <a:off x="2381250" y="5686425"/>
            <a:ext cx="809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A8C1D1"/>
                </a:solidFill>
              </a:defRPr>
            </a:defPPr>
            <a:lvl1pPr algn="l">
              <a:defRPr sz="1425" b="1">
                <a:solidFill>
                  <a:srgbClr val="A8C1D1"/>
                </a:solidFill>
              </a:defRPr>
            </a:lvl1pPr>
            <a:lvl2pPr algn="l">
              <a:defRPr sz="1425" b="1">
                <a:solidFill>
                  <a:srgbClr val="A8C1D1"/>
                </a:solidFill>
              </a:defRPr>
            </a:lvl2pPr>
            <a:lvl3pPr algn="l">
              <a:defRPr sz="1425" b="1">
                <a:solidFill>
                  <a:srgbClr val="A8C1D1"/>
                </a:solidFill>
              </a:defRPr>
            </a:lvl3pPr>
            <a:lvl4pPr algn="l">
              <a:defRPr sz="1425" b="1">
                <a:solidFill>
                  <a:srgbClr val="A8C1D1"/>
                </a:solidFill>
              </a:defRPr>
            </a:lvl4pPr>
            <a:lvl5pPr algn="l">
              <a:defRPr sz="1425" b="1">
                <a:solidFill>
                  <a:srgbClr val="A8C1D1"/>
                </a:solidFill>
              </a:defRPr>
            </a:lvl5pPr>
            <a:lvl6pPr algn="l">
              <a:defRPr sz="1425" b="1">
                <a:solidFill>
                  <a:srgbClr val="A8C1D1"/>
                </a:solidFill>
              </a:defRPr>
            </a:lvl6pPr>
            <a:lvl7pPr algn="l">
              <a:defRPr sz="1425" b="1">
                <a:solidFill>
                  <a:srgbClr val="A8C1D1"/>
                </a:solidFill>
              </a:defRPr>
            </a:lvl7pPr>
            <a:lvl8pPr algn="l">
              <a:defRPr sz="1425" b="1">
                <a:solidFill>
                  <a:srgbClr val="A8C1D1"/>
                </a:solidFill>
              </a:defRPr>
            </a:lvl8pPr>
            <a:lvl9pPr algn="l">
              <a:defRPr sz="1425" b="1">
                <a:solidFill>
                  <a:srgbClr val="A8C1D1"/>
                </a:solidFill>
              </a:defRPr>
            </a:lvl9pPr>
          </a:lstStyle>
          <a:p xmlns:a="http://schemas.openxmlformats.org/drawingml/2006/main">
            <a:pPr algn="l">
              <a:defRPr sz="1425" b="1">
                <a:solidFill>
                  <a:srgbClr val="A8C1D1"/>
                </a:solidFill>
              </a:defRPr>
            </a:pPr>
            <a:r>
              <a:rPr sz="1425" b="1">
                <a:solidFill>
                  <a:srgbClr val="A8C1D1"/>
                </a:solidFill>
              </a:rPr>
              <a:t>根元の強い発光と、尾へ流れて消える見え方が出ているか</a:t>
            </a:r>
          </a:p>
        </p:txBody>
      </p:sp>
    </p:spTree>
    <p:extLst>
      <p:ext uri="{BB962C8B-B14F-4D97-AF65-F5344CB8AC3E}">
        <p14:creationId xmlns:p14="http://schemas.microsoft.com/office/powerpoint/2010/main" val="1349044586"/>
      </p:ext>
    </p:extLst>
  </p:cSld>
</p:sld>
</file>

<file path=ppt/slides/slide14.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4834C1C-6832-4273-AFDE-8E9FFC2BC802}"/>
              </a:ext>
            </a:extLst>
          </p:cNvPr>
          <p:cNvSpPr>
            <a:spLocks xmlns:a="http://schemas.openxmlformats.org/drawingml/2006/main" noGrp="1"/>
          </p:cNvSpPr>
          <p:nvPr/>
        </p:nvSpPr>
        <p:spPr>
          <a:xfrm xmlns:a="http://schemas.openxmlformats.org/drawingml/2006/main">
            <a:off x="647700" y="4000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a:solidFill>
                  <a:srgbClr val="FFFFFF"/>
                </a:solidFill>
              </a:defRPr>
            </a:defPPr>
            <a:lvl1pPr algn="l">
              <a:defRPr sz="2475" b="1">
                <a:solidFill>
                  <a:srgbClr val="FFFFFF"/>
                </a:solidFill>
              </a:defRPr>
            </a:lvl1pPr>
            <a:lvl2pPr algn="l">
              <a:defRPr sz="2475" b="1">
                <a:solidFill>
                  <a:srgbClr val="FFFFFF"/>
                </a:solidFill>
              </a:defRPr>
            </a:lvl2pPr>
            <a:lvl3pPr algn="l">
              <a:defRPr sz="2475" b="1">
                <a:solidFill>
                  <a:srgbClr val="FFFFFF"/>
                </a:solidFill>
              </a:defRPr>
            </a:lvl3pPr>
            <a:lvl4pPr algn="l">
              <a:defRPr sz="2475" b="1">
                <a:solidFill>
                  <a:srgbClr val="FFFFFF"/>
                </a:solidFill>
              </a:defRPr>
            </a:lvl4pPr>
            <a:lvl5pPr algn="l">
              <a:defRPr sz="2475" b="1">
                <a:solidFill>
                  <a:srgbClr val="FFFFFF"/>
                </a:solidFill>
              </a:defRPr>
            </a:lvl5pPr>
            <a:lvl6pPr algn="l">
              <a:defRPr sz="2475" b="1">
                <a:solidFill>
                  <a:srgbClr val="FFFFFF"/>
                </a:solidFill>
              </a:defRPr>
            </a:lvl6pPr>
            <a:lvl7pPr algn="l">
              <a:defRPr sz="2475" b="1">
                <a:solidFill>
                  <a:srgbClr val="FFFFFF"/>
                </a:solidFill>
              </a:defRPr>
            </a:lvl7pPr>
            <a:lvl8pPr algn="l">
              <a:defRPr sz="2475" b="1">
                <a:solidFill>
                  <a:srgbClr val="FFFFFF"/>
                </a:solidFill>
              </a:defRPr>
            </a:lvl8pPr>
            <a:lvl9pPr algn="l">
              <a:defRPr sz="2475" b="1">
                <a:solidFill>
                  <a:srgbClr val="FFFFFF"/>
                </a:solidFill>
              </a:defRPr>
            </a:lvl9pPr>
          </a:lstStyle>
          <a:p xmlns:a="http://schemas.openxmlformats.org/drawingml/2006/main">
            <a:pPr algn="l">
              <a:defRPr sz="2475" b="1">
                <a:solidFill>
                  <a:srgbClr val="FFFFFF"/>
                </a:solidFill>
              </a:defRPr>
            </a:pPr>
            <a:r>
              <a:rPr sz="2475" b="1">
                <a:solidFill>
                  <a:srgbClr val="FFFFFF"/>
                </a:solidFill>
              </a:rPr>
              <a:t>直角に見える問題と改善</a:t>
            </a:r>
          </a:p>
        </p:txBody>
      </p:sp>
      <p:sp>
        <p:nvSpPr>
          <p:cNvPr id="2" name="">
            <a:extLst xmlns:a="http://schemas.openxmlformats.org/drawingml/2006/main">
              <a:ext uri="{FF2B5EF4-FFF2-40B4-BE49-F238E27FC236}">
                <a16:creationId xmlns:a16="http://schemas.microsoft.com/office/drawing/2014/main" id="{3098A5C0-A74A-4494-99A7-DFC25CD6DBB1}"/>
              </a:ext>
            </a:extLst>
          </p:cNvPr>
          <p:cNvSpPr>
            <a:spLocks xmlns:a="http://schemas.openxmlformats.org/drawingml/2006/main" noGrp="1"/>
          </p:cNvSpPr>
          <p:nvPr/>
        </p:nvSpPr>
        <p:spPr>
          <a:xfrm xmlns:a="http://schemas.openxmlformats.org/drawingml/2006/main">
            <a:off x="10877550" y="4953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39D7FF"/>
                </a:solidFill>
              </a:defRPr>
            </a:defPPr>
            <a:lvl1pPr algn="r">
              <a:defRPr sz="1050" b="1">
                <a:solidFill>
                  <a:srgbClr val="39D7FF"/>
                </a:solidFill>
              </a:defRPr>
            </a:lvl1pPr>
            <a:lvl2pPr algn="r">
              <a:defRPr sz="1050" b="1">
                <a:solidFill>
                  <a:srgbClr val="39D7FF"/>
                </a:solidFill>
              </a:defRPr>
            </a:lvl2pPr>
            <a:lvl3pPr algn="r">
              <a:defRPr sz="1050" b="1">
                <a:solidFill>
                  <a:srgbClr val="39D7FF"/>
                </a:solidFill>
              </a:defRPr>
            </a:lvl3pPr>
            <a:lvl4pPr algn="r">
              <a:defRPr sz="1050" b="1">
                <a:solidFill>
                  <a:srgbClr val="39D7FF"/>
                </a:solidFill>
              </a:defRPr>
            </a:lvl4pPr>
            <a:lvl5pPr algn="r">
              <a:defRPr sz="1050" b="1">
                <a:solidFill>
                  <a:srgbClr val="39D7FF"/>
                </a:solidFill>
              </a:defRPr>
            </a:lvl5pPr>
            <a:lvl6pPr algn="r">
              <a:defRPr sz="1050" b="1">
                <a:solidFill>
                  <a:srgbClr val="39D7FF"/>
                </a:solidFill>
              </a:defRPr>
            </a:lvl6pPr>
            <a:lvl7pPr algn="r">
              <a:defRPr sz="1050" b="1">
                <a:solidFill>
                  <a:srgbClr val="39D7FF"/>
                </a:solidFill>
              </a:defRPr>
            </a:lvl7pPr>
            <a:lvl8pPr algn="r">
              <a:defRPr sz="1050" b="1">
                <a:solidFill>
                  <a:srgbClr val="39D7FF"/>
                </a:solidFill>
              </a:defRPr>
            </a:lvl8pPr>
            <a:lvl9pPr algn="r">
              <a:defRPr sz="1050" b="1">
                <a:solidFill>
                  <a:srgbClr val="39D7FF"/>
                </a:solidFill>
              </a:defRPr>
            </a:lvl9pPr>
          </a:lstStyle>
          <a:p xmlns:a="http://schemas.openxmlformats.org/drawingml/2006/main">
            <a:pPr algn="r">
              <a:defRPr sz="1050" b="1">
                <a:solidFill>
                  <a:srgbClr val="39D7FF"/>
                </a:solidFill>
              </a:defRPr>
            </a:pPr>
            <a:r>
              <a:rPr sz="1050" b="1">
                <a:solidFill>
                  <a:srgbClr val="39D7FF"/>
                </a:solidFill>
              </a:rPr>
              <a:t>14</a:t>
            </a:r>
          </a:p>
        </p:txBody>
      </p:sp>
      <p:sp>
        <p:nvSpPr>
          <p:cNvPr id="3" name="">
            <a:extLst xmlns:a="http://schemas.openxmlformats.org/drawingml/2006/main">
              <a:ext uri="{FF2B5EF4-FFF2-40B4-BE49-F238E27FC236}">
                <a16:creationId xmlns:a16="http://schemas.microsoft.com/office/drawing/2014/main" id="{4F8C804D-DA70-4B3C-A683-E2D9B5063217}"/>
              </a:ext>
            </a:extLst>
          </p:cNvPr>
          <p:cNvSpPr>
            <a:spLocks xmlns:a="http://schemas.openxmlformats.org/drawingml/2006/main" noGrp="1"/>
          </p:cNvSpPr>
          <p:nvPr/>
        </p:nvSpPr>
        <p:spPr>
          <a:xfrm xmlns:a="http://schemas.openxmlformats.org/drawingml/2006/main">
            <a:off x="647700" y="1000125"/>
            <a:ext cx="10896600" cy="190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3BD9460-1681-4B84-AB4D-F94E7A23BE74}"/>
              </a:ext>
            </a:extLst>
          </p:cNvPr>
          <p:cNvSpPr>
            <a:spLocks xmlns:a="http://schemas.openxmlformats.org/drawingml/2006/main" noGrp="1"/>
          </p:cNvSpPr>
          <p:nvPr/>
        </p:nvSpPr>
        <p:spPr>
          <a:xfrm xmlns:a="http://schemas.openxmlformats.org/drawingml/2006/main">
            <a:off x="685800" y="1562100"/>
            <a:ext cx="4762500" cy="3714750"/>
          </a:xfrm>
          <a:prstGeom xmlns:a="http://schemas.openxmlformats.org/drawingml/2006/main" prst="roundRect">
            <a:avLst>
              <a:gd name="adj" fmla="val 2051"/>
            </a:avLst>
          </a:prstGeom>
          <a:solidFill xmlns:a="http://schemas.openxmlformats.org/drawingml/2006/main">
            <a:srgbClr val="102E42"/>
          </a:solidFill>
          <a:ln xmlns:a="http://schemas.openxmlformats.org/drawingml/2006/main" w="9525">
            <a:solidFill>
              <a:srgbClr val="F161D5"/>
            </a:solidFill>
            <a:prstDash val="solid"/>
          </a:ln>
        </p:spPr>
      </p:sp>
      <p:sp>
        <p:nvSpPr>
          <p:cNvPr id="5" name="">
            <a:extLst xmlns:a="http://schemas.openxmlformats.org/drawingml/2006/main">
              <a:ext uri="{FF2B5EF4-FFF2-40B4-BE49-F238E27FC236}">
                <a16:creationId xmlns:a16="http://schemas.microsoft.com/office/drawing/2014/main" id="{35F7F0B2-DE40-4572-8D49-5F8F6BCA3AC5}"/>
              </a:ext>
            </a:extLst>
          </p:cNvPr>
          <p:cNvSpPr>
            <a:spLocks xmlns:a="http://schemas.openxmlformats.org/drawingml/2006/main" noGrp="1"/>
          </p:cNvSpPr>
          <p:nvPr/>
        </p:nvSpPr>
        <p:spPr>
          <a:xfrm xmlns:a="http://schemas.openxmlformats.org/drawingml/2006/main">
            <a:off x="971550" y="18097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F161D5"/>
                </a:solidFill>
              </a:defRPr>
            </a:defPPr>
            <a:lvl1pPr algn="l">
              <a:defRPr sz="1875" b="1">
                <a:solidFill>
                  <a:srgbClr val="F161D5"/>
                </a:solidFill>
              </a:defRPr>
            </a:lvl1pPr>
            <a:lvl2pPr algn="l">
              <a:defRPr sz="1875" b="1">
                <a:solidFill>
                  <a:srgbClr val="F161D5"/>
                </a:solidFill>
              </a:defRPr>
            </a:lvl2pPr>
            <a:lvl3pPr algn="l">
              <a:defRPr sz="1875" b="1">
                <a:solidFill>
                  <a:srgbClr val="F161D5"/>
                </a:solidFill>
              </a:defRPr>
            </a:lvl3pPr>
            <a:lvl4pPr algn="l">
              <a:defRPr sz="1875" b="1">
                <a:solidFill>
                  <a:srgbClr val="F161D5"/>
                </a:solidFill>
              </a:defRPr>
            </a:lvl4pPr>
            <a:lvl5pPr algn="l">
              <a:defRPr sz="1875" b="1">
                <a:solidFill>
                  <a:srgbClr val="F161D5"/>
                </a:solidFill>
              </a:defRPr>
            </a:lvl5pPr>
            <a:lvl6pPr algn="l">
              <a:defRPr sz="1875" b="1">
                <a:solidFill>
                  <a:srgbClr val="F161D5"/>
                </a:solidFill>
              </a:defRPr>
            </a:lvl6pPr>
            <a:lvl7pPr algn="l">
              <a:defRPr sz="1875" b="1">
                <a:solidFill>
                  <a:srgbClr val="F161D5"/>
                </a:solidFill>
              </a:defRPr>
            </a:lvl7pPr>
            <a:lvl8pPr algn="l">
              <a:defRPr sz="1875" b="1">
                <a:solidFill>
                  <a:srgbClr val="F161D5"/>
                </a:solidFill>
              </a:defRPr>
            </a:lvl8pPr>
            <a:lvl9pPr algn="l">
              <a:defRPr sz="1875" b="1">
                <a:solidFill>
                  <a:srgbClr val="F161D5"/>
                </a:solidFill>
              </a:defRPr>
            </a:lvl9pPr>
          </a:lstStyle>
          <a:p xmlns:a="http://schemas.openxmlformats.org/drawingml/2006/main">
            <a:pPr algn="l">
              <a:defRPr sz="1875" b="1">
                <a:solidFill>
                  <a:srgbClr val="F161D5"/>
                </a:solidFill>
              </a:defRPr>
            </a:pPr>
            <a:r>
              <a:rPr sz="1875" b="1">
                <a:solidFill>
                  <a:srgbClr val="F161D5"/>
                </a:solidFill>
              </a:rPr>
              <a:t>Before　NG</a:t>
            </a:r>
          </a:p>
        </p:txBody>
      </p:sp>
      <p:sp>
        <p:nvSpPr>
          <p:cNvPr id="6" name="">
            <a:extLst xmlns:a="http://schemas.openxmlformats.org/drawingml/2006/main">
              <a:ext uri="{FF2B5EF4-FFF2-40B4-BE49-F238E27FC236}">
                <a16:creationId xmlns:a16="http://schemas.microsoft.com/office/drawing/2014/main" id="{C2AF3A39-0088-48C3-AAC5-6A3718A109BF}"/>
              </a:ext>
            </a:extLst>
          </p:cNvPr>
          <p:cNvSpPr>
            <a:spLocks xmlns:a="http://schemas.openxmlformats.org/drawingml/2006/main" noGrp="1"/>
          </p:cNvSpPr>
          <p:nvPr/>
        </p:nvSpPr>
        <p:spPr>
          <a:xfrm xmlns:a="http://schemas.openxmlformats.org/drawingml/2006/main">
            <a:off x="971550" y="2209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A8C1D1"/>
                </a:solidFill>
              </a:defRPr>
            </a:defPPr>
            <a:lvl1pPr algn="l">
              <a:defRPr sz="1200" b="0">
                <a:solidFill>
                  <a:srgbClr val="A8C1D1"/>
                </a:solidFill>
              </a:defRPr>
            </a:lvl1pPr>
            <a:lvl2pPr algn="l">
              <a:defRPr sz="1200" b="0">
                <a:solidFill>
                  <a:srgbClr val="A8C1D1"/>
                </a:solidFill>
              </a:defRPr>
            </a:lvl2pPr>
            <a:lvl3pPr algn="l">
              <a:defRPr sz="1200" b="0">
                <a:solidFill>
                  <a:srgbClr val="A8C1D1"/>
                </a:solidFill>
              </a:defRPr>
            </a:lvl3pPr>
            <a:lvl4pPr algn="l">
              <a:defRPr sz="1200" b="0">
                <a:solidFill>
                  <a:srgbClr val="A8C1D1"/>
                </a:solidFill>
              </a:defRPr>
            </a:lvl4pPr>
            <a:lvl5pPr algn="l">
              <a:defRPr sz="1200" b="0">
                <a:solidFill>
                  <a:srgbClr val="A8C1D1"/>
                </a:solidFill>
              </a:defRPr>
            </a:lvl5pPr>
            <a:lvl6pPr algn="l">
              <a:defRPr sz="1200" b="0">
                <a:solidFill>
                  <a:srgbClr val="A8C1D1"/>
                </a:solidFill>
              </a:defRPr>
            </a:lvl6pPr>
            <a:lvl7pPr algn="l">
              <a:defRPr sz="1200" b="0">
                <a:solidFill>
                  <a:srgbClr val="A8C1D1"/>
                </a:solidFill>
              </a:defRPr>
            </a:lvl7pPr>
            <a:lvl8pPr algn="l">
              <a:defRPr sz="1200" b="0">
                <a:solidFill>
                  <a:srgbClr val="A8C1D1"/>
                </a:solidFill>
              </a:defRPr>
            </a:lvl8pPr>
            <a:lvl9pPr algn="l">
              <a:defRPr sz="1200" b="0">
                <a:solidFill>
                  <a:srgbClr val="A8C1D1"/>
                </a:solidFill>
              </a:defRPr>
            </a:lvl9pPr>
          </a:lstStyle>
          <a:p xmlns:a="http://schemas.openxmlformats.org/drawingml/2006/main">
            <a:pPr algn="l">
              <a:defRPr sz="1200" b="0">
                <a:solidFill>
                  <a:srgbClr val="A8C1D1"/>
                </a:solidFill>
              </a:defRPr>
            </a:pPr>
            <a:r>
              <a:rPr sz="1200" b="0">
                <a:solidFill>
                  <a:srgbClr val="A8C1D1"/>
                </a:solidFill>
              </a:rPr>
              <a:t>固定の直線炎 ＋ 履歴</a:t>
            </a:r>
          </a:p>
        </p:txBody>
      </p:sp>
      <p:sp>
        <p:nvSpPr>
          <p:cNvPr id="7" name="">
            <a:extLst xmlns:a="http://schemas.openxmlformats.org/drawingml/2006/main">
              <a:ext uri="{FF2B5EF4-FFF2-40B4-BE49-F238E27FC236}">
                <a16:creationId xmlns:a16="http://schemas.microsoft.com/office/drawing/2014/main" id="{60C7C111-9FD6-4B0F-990F-EC9AA512C49A}"/>
              </a:ext>
            </a:extLst>
          </p:cNvPr>
          <p:cNvSpPr>
            <a:spLocks xmlns:a="http://schemas.openxmlformats.org/drawingml/2006/main" noGrp="1"/>
          </p:cNvSpPr>
          <p:nvPr/>
        </p:nvSpPr>
        <p:spPr>
          <a:xfrm xmlns:a="http://schemas.openxmlformats.org/drawingml/2006/main">
            <a:off x="1485900" y="2857500"/>
            <a:ext cx="514350" cy="1352550"/>
          </a:xfrm>
          <a:prstGeom xmlns:a="http://schemas.openxmlformats.org/drawingml/2006/main" prst="roundRect">
            <a:avLst>
              <a:gd name="adj" fmla="val 14815"/>
            </a:avLst>
          </a:prstGeom>
          <a:solidFill xmlns:a="http://schemas.openxmlformats.org/drawingml/2006/main">
            <a:srgbClr val="F161D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D4FAA00-7DB7-4776-84D7-C343A3C73B93}"/>
              </a:ext>
            </a:extLst>
          </p:cNvPr>
          <p:cNvSpPr>
            <a:spLocks xmlns:a="http://schemas.openxmlformats.org/drawingml/2006/main" noGrp="1"/>
          </p:cNvSpPr>
          <p:nvPr/>
        </p:nvSpPr>
        <p:spPr>
          <a:xfrm xmlns:a="http://schemas.openxmlformats.org/drawingml/2006/main">
            <a:off x="1905000" y="4000500"/>
            <a:ext cx="2247900" cy="457200"/>
          </a:xfrm>
          <a:prstGeom xmlns:a="http://schemas.openxmlformats.org/drawingml/2006/main" prst="roundRect">
            <a:avLst>
              <a:gd name="adj" fmla="val 16667"/>
            </a:avLst>
          </a:prstGeom>
          <a:solidFill xmlns:a="http://schemas.openxmlformats.org/drawingml/2006/main">
            <a:srgbClr val="F161D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7FF6298-140C-4CA3-A688-EBDB3650B2DF}"/>
              </a:ext>
            </a:extLst>
          </p:cNvPr>
          <p:cNvSpPr>
            <a:spLocks xmlns:a="http://schemas.openxmlformats.org/drawingml/2006/main" noGrp="1"/>
          </p:cNvSpPr>
          <p:nvPr/>
        </p:nvSpPr>
        <p:spPr>
          <a:xfrm xmlns:a="http://schemas.openxmlformats.org/drawingml/2006/main">
            <a:off x="1662113" y="2709863"/>
            <a:ext cx="142875" cy="14287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F69DE2A-38FD-49D1-9AAB-CA9288F0671E}"/>
              </a:ext>
            </a:extLst>
          </p:cNvPr>
          <p:cNvSpPr>
            <a:spLocks xmlns:a="http://schemas.openxmlformats.org/drawingml/2006/main" noGrp="1"/>
          </p:cNvSpPr>
          <p:nvPr/>
        </p:nvSpPr>
        <p:spPr>
          <a:xfrm xmlns:a="http://schemas.openxmlformats.org/drawingml/2006/main">
            <a:off x="2443163" y="4157663"/>
            <a:ext cx="142875" cy="14287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B923CED-7A21-4E69-84E0-9A6A3CA0095D}"/>
              </a:ext>
            </a:extLst>
          </p:cNvPr>
          <p:cNvSpPr>
            <a:spLocks xmlns:a="http://schemas.openxmlformats.org/drawingml/2006/main" noGrp="1"/>
          </p:cNvSpPr>
          <p:nvPr/>
        </p:nvSpPr>
        <p:spPr>
          <a:xfrm xmlns:a="http://schemas.openxmlformats.org/drawingml/2006/main">
            <a:off x="3181350" y="4171950"/>
            <a:ext cx="114300" cy="1143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EADFB92-DD59-4511-9A1A-99BFA17894A2}"/>
              </a:ext>
            </a:extLst>
          </p:cNvPr>
          <p:cNvSpPr>
            <a:spLocks xmlns:a="http://schemas.openxmlformats.org/drawingml/2006/main" noGrp="1"/>
          </p:cNvSpPr>
          <p:nvPr/>
        </p:nvSpPr>
        <p:spPr>
          <a:xfrm xmlns:a="http://schemas.openxmlformats.org/drawingml/2006/main">
            <a:off x="3833813" y="4186238"/>
            <a:ext cx="85725" cy="8572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6F669A3-D452-4836-B402-7C5D18AE0077}"/>
              </a:ext>
            </a:extLst>
          </p:cNvPr>
          <p:cNvSpPr>
            <a:spLocks xmlns:a="http://schemas.openxmlformats.org/drawingml/2006/main" noGrp="1"/>
          </p:cNvSpPr>
          <p:nvPr/>
        </p:nvSpPr>
        <p:spPr>
          <a:xfrm xmlns:a="http://schemas.openxmlformats.org/drawingml/2006/main">
            <a:off x="1162050" y="47625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defRPr sz="1425" b="1">
                <a:solidFill>
                  <a:srgbClr val="FFFFFF"/>
                </a:solidFill>
              </a:defRPr>
            </a:pPr>
            <a:r>
              <a:rPr sz="1425" b="1">
                <a:solidFill>
                  <a:srgbClr val="FFFFFF"/>
                </a:solidFill>
              </a:rPr>
              <a:t>方向が急に切り替わる</a:t>
            </a:r>
          </a:p>
        </p:txBody>
      </p:sp>
      <p:sp>
        <p:nvSpPr>
          <p:cNvPr id="14" name="">
            <a:extLst xmlns:a="http://schemas.openxmlformats.org/drawingml/2006/main">
              <a:ext uri="{FF2B5EF4-FFF2-40B4-BE49-F238E27FC236}">
                <a16:creationId xmlns:a16="http://schemas.microsoft.com/office/drawing/2014/main" id="{9B1FC6E3-8E53-452C-9A98-A91BF956EC81}"/>
              </a:ext>
            </a:extLst>
          </p:cNvPr>
          <p:cNvSpPr>
            <a:spLocks xmlns:a="http://schemas.openxmlformats.org/drawingml/2006/main" noGrp="1"/>
          </p:cNvSpPr>
          <p:nvPr/>
        </p:nvSpPr>
        <p:spPr>
          <a:xfrm xmlns:a="http://schemas.openxmlformats.org/drawingml/2006/main">
            <a:off x="6762750" y="1562100"/>
            <a:ext cx="4762500" cy="3714750"/>
          </a:xfrm>
          <a:prstGeom xmlns:a="http://schemas.openxmlformats.org/drawingml/2006/main" prst="roundRect">
            <a:avLst>
              <a:gd name="adj" fmla="val 2051"/>
            </a:avLst>
          </a:prstGeom>
          <a:solidFill xmlns:a="http://schemas.openxmlformats.org/drawingml/2006/main">
            <a:srgbClr val="0B2132"/>
          </a:solidFill>
          <a:ln xmlns:a="http://schemas.openxmlformats.org/drawingml/2006/main" w="9525">
            <a:solidFill>
              <a:srgbClr val="39D7FF"/>
            </a:solidFill>
            <a:prstDash val="solid"/>
          </a:ln>
        </p:spPr>
      </p:sp>
      <p:sp>
        <p:nvSpPr>
          <p:cNvPr id="15" name="">
            <a:extLst xmlns:a="http://schemas.openxmlformats.org/drawingml/2006/main">
              <a:ext uri="{FF2B5EF4-FFF2-40B4-BE49-F238E27FC236}">
                <a16:creationId xmlns:a16="http://schemas.microsoft.com/office/drawing/2014/main" id="{4078EB16-62DE-410F-B389-D9EB5AA97F0B}"/>
              </a:ext>
            </a:extLst>
          </p:cNvPr>
          <p:cNvSpPr>
            <a:spLocks xmlns:a="http://schemas.openxmlformats.org/drawingml/2006/main" noGrp="1"/>
          </p:cNvSpPr>
          <p:nvPr/>
        </p:nvSpPr>
        <p:spPr>
          <a:xfrm xmlns:a="http://schemas.openxmlformats.org/drawingml/2006/main">
            <a:off x="7048500" y="18097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39D7FF"/>
                </a:solidFill>
              </a:defRPr>
            </a:defPPr>
            <a:lvl1pPr algn="l">
              <a:defRPr sz="1875" b="1">
                <a:solidFill>
                  <a:srgbClr val="39D7FF"/>
                </a:solidFill>
              </a:defRPr>
            </a:lvl1pPr>
            <a:lvl2pPr algn="l">
              <a:defRPr sz="1875" b="1">
                <a:solidFill>
                  <a:srgbClr val="39D7FF"/>
                </a:solidFill>
              </a:defRPr>
            </a:lvl2pPr>
            <a:lvl3pPr algn="l">
              <a:defRPr sz="1875" b="1">
                <a:solidFill>
                  <a:srgbClr val="39D7FF"/>
                </a:solidFill>
              </a:defRPr>
            </a:lvl3pPr>
            <a:lvl4pPr algn="l">
              <a:defRPr sz="1875" b="1">
                <a:solidFill>
                  <a:srgbClr val="39D7FF"/>
                </a:solidFill>
              </a:defRPr>
            </a:lvl4pPr>
            <a:lvl5pPr algn="l">
              <a:defRPr sz="1875" b="1">
                <a:solidFill>
                  <a:srgbClr val="39D7FF"/>
                </a:solidFill>
              </a:defRPr>
            </a:lvl5pPr>
            <a:lvl6pPr algn="l">
              <a:defRPr sz="1875" b="1">
                <a:solidFill>
                  <a:srgbClr val="39D7FF"/>
                </a:solidFill>
              </a:defRPr>
            </a:lvl6pPr>
            <a:lvl7pPr algn="l">
              <a:defRPr sz="1875" b="1">
                <a:solidFill>
                  <a:srgbClr val="39D7FF"/>
                </a:solidFill>
              </a:defRPr>
            </a:lvl7pPr>
            <a:lvl8pPr algn="l">
              <a:defRPr sz="1875" b="1">
                <a:solidFill>
                  <a:srgbClr val="39D7FF"/>
                </a:solidFill>
              </a:defRPr>
            </a:lvl8pPr>
            <a:lvl9pPr algn="l">
              <a:defRPr sz="1875" b="1">
                <a:solidFill>
                  <a:srgbClr val="39D7FF"/>
                </a:solidFill>
              </a:defRPr>
            </a:lvl9pPr>
          </a:lstStyle>
          <a:p xmlns:a="http://schemas.openxmlformats.org/drawingml/2006/main">
            <a:pPr algn="l">
              <a:defRPr sz="1875" b="1">
                <a:solidFill>
                  <a:srgbClr val="39D7FF"/>
                </a:solidFill>
              </a:defRPr>
            </a:pPr>
            <a:r>
              <a:rPr sz="1875" b="1">
                <a:solidFill>
                  <a:srgbClr val="39D7FF"/>
                </a:solidFill>
              </a:rPr>
              <a:t>After　OK</a:t>
            </a:r>
          </a:p>
        </p:txBody>
      </p:sp>
      <p:sp>
        <p:nvSpPr>
          <p:cNvPr id="16" name="">
            <a:extLst xmlns:a="http://schemas.openxmlformats.org/drawingml/2006/main">
              <a:ext uri="{FF2B5EF4-FFF2-40B4-BE49-F238E27FC236}">
                <a16:creationId xmlns:a16="http://schemas.microsoft.com/office/drawing/2014/main" id="{0C13BCBE-1095-48F0-9681-026460325C9F}"/>
              </a:ext>
            </a:extLst>
          </p:cNvPr>
          <p:cNvSpPr>
            <a:spLocks xmlns:a="http://schemas.openxmlformats.org/drawingml/2006/main" noGrp="1"/>
          </p:cNvSpPr>
          <p:nvPr/>
        </p:nvSpPr>
        <p:spPr>
          <a:xfrm xmlns:a="http://schemas.openxmlformats.org/drawingml/2006/main">
            <a:off x="7048500" y="2209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A8C1D1"/>
                </a:solidFill>
              </a:defRPr>
            </a:defPPr>
            <a:lvl1pPr algn="l">
              <a:defRPr sz="1200" b="0">
                <a:solidFill>
                  <a:srgbClr val="A8C1D1"/>
                </a:solidFill>
              </a:defRPr>
            </a:lvl1pPr>
            <a:lvl2pPr algn="l">
              <a:defRPr sz="1200" b="0">
                <a:solidFill>
                  <a:srgbClr val="A8C1D1"/>
                </a:solidFill>
              </a:defRPr>
            </a:lvl2pPr>
            <a:lvl3pPr algn="l">
              <a:defRPr sz="1200" b="0">
                <a:solidFill>
                  <a:srgbClr val="A8C1D1"/>
                </a:solidFill>
              </a:defRPr>
            </a:lvl3pPr>
            <a:lvl4pPr algn="l">
              <a:defRPr sz="1200" b="0">
                <a:solidFill>
                  <a:srgbClr val="A8C1D1"/>
                </a:solidFill>
              </a:defRPr>
            </a:lvl4pPr>
            <a:lvl5pPr algn="l">
              <a:defRPr sz="1200" b="0">
                <a:solidFill>
                  <a:srgbClr val="A8C1D1"/>
                </a:solidFill>
              </a:defRPr>
            </a:lvl5pPr>
            <a:lvl6pPr algn="l">
              <a:defRPr sz="1200" b="0">
                <a:solidFill>
                  <a:srgbClr val="A8C1D1"/>
                </a:solidFill>
              </a:defRPr>
            </a:lvl6pPr>
            <a:lvl7pPr algn="l">
              <a:defRPr sz="1200" b="0">
                <a:solidFill>
                  <a:srgbClr val="A8C1D1"/>
                </a:solidFill>
              </a:defRPr>
            </a:lvl7pPr>
            <a:lvl8pPr algn="l">
              <a:defRPr sz="1200" b="0">
                <a:solidFill>
                  <a:srgbClr val="A8C1D1"/>
                </a:solidFill>
              </a:defRPr>
            </a:lvl8pPr>
            <a:lvl9pPr algn="l">
              <a:defRPr sz="1200" b="0">
                <a:solidFill>
                  <a:srgbClr val="A8C1D1"/>
                </a:solidFill>
              </a:defRPr>
            </a:lvl9pPr>
          </a:lstStyle>
          <a:p xmlns:a="http://schemas.openxmlformats.org/drawingml/2006/main">
            <a:pPr algn="l">
              <a:defRPr sz="1200" b="0">
                <a:solidFill>
                  <a:srgbClr val="A8C1D1"/>
                </a:solidFill>
              </a:defRPr>
            </a:pPr>
            <a:r>
              <a:rPr sz="1200" b="0">
                <a:solidFill>
                  <a:srgbClr val="A8C1D1"/>
                </a:solidFill>
              </a:rPr>
              <a:t>共通の曲線データ</a:t>
            </a:r>
          </a:p>
        </p:txBody>
      </p:sp>
      <p:sp>
        <p:nvSpPr>
          <p:cNvPr id="17" name="">
            <a:extLst xmlns:a="http://schemas.openxmlformats.org/drawingml/2006/main">
              <a:ext uri="{FF2B5EF4-FFF2-40B4-BE49-F238E27FC236}">
                <a16:creationId xmlns:a16="http://schemas.microsoft.com/office/drawing/2014/main" id="{7133E2E8-1F69-410B-A599-AF85F3CC2EB4}"/>
              </a:ext>
            </a:extLst>
          </p:cNvPr>
          <p:cNvSpPr>
            <a:spLocks xmlns:a="http://schemas.openxmlformats.org/drawingml/2006/main" noGrp="1"/>
          </p:cNvSpPr>
          <p:nvPr/>
        </p:nvSpPr>
        <p:spPr>
          <a:xfrm xmlns:a="http://schemas.openxmlformats.org/drawingml/2006/main">
            <a:off x="7600950" y="2867025"/>
            <a:ext cx="781050" cy="590550"/>
          </a:xfrm>
          <a:prstGeom xmlns:a="http://schemas.openxmlformats.org/drawingml/2006/main" prst="ellipse">
            <a:avLst/>
          </a:prstGeom>
          <a:solidFill xmlns:a="http://schemas.openxmlformats.org/drawingml/2006/main">
            <a:srgbClr val="8D72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810DD0E-2ECC-4F1B-944B-71F0F5EE35D0}"/>
              </a:ext>
            </a:extLst>
          </p:cNvPr>
          <p:cNvSpPr>
            <a:spLocks xmlns:a="http://schemas.openxmlformats.org/drawingml/2006/main" noGrp="1"/>
          </p:cNvSpPr>
          <p:nvPr/>
        </p:nvSpPr>
        <p:spPr>
          <a:xfrm xmlns:a="http://schemas.openxmlformats.org/drawingml/2006/main">
            <a:off x="7920038" y="3090863"/>
            <a:ext cx="142875" cy="14287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8BCB8F9-60AC-4100-A75E-D44D8F45433F}"/>
              </a:ext>
            </a:extLst>
          </p:cNvPr>
          <p:cNvSpPr>
            <a:spLocks xmlns:a="http://schemas.openxmlformats.org/drawingml/2006/main" noGrp="1"/>
          </p:cNvSpPr>
          <p:nvPr/>
        </p:nvSpPr>
        <p:spPr>
          <a:xfrm xmlns:a="http://schemas.openxmlformats.org/drawingml/2006/main">
            <a:off x="8039100" y="3209925"/>
            <a:ext cx="1009650" cy="514350"/>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5CB2BE5-52F0-486E-8281-80C42D07799F}"/>
              </a:ext>
            </a:extLst>
          </p:cNvPr>
          <p:cNvSpPr>
            <a:spLocks xmlns:a="http://schemas.openxmlformats.org/drawingml/2006/main" noGrp="1"/>
          </p:cNvSpPr>
          <p:nvPr/>
        </p:nvSpPr>
        <p:spPr>
          <a:xfrm xmlns:a="http://schemas.openxmlformats.org/drawingml/2006/main">
            <a:off x="8482013" y="3405188"/>
            <a:ext cx="123825" cy="12382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FC89E70-3945-455B-8B64-E3C222D6A4AB}"/>
              </a:ext>
            </a:extLst>
          </p:cNvPr>
          <p:cNvSpPr>
            <a:spLocks xmlns:a="http://schemas.openxmlformats.org/drawingml/2006/main" noGrp="1"/>
          </p:cNvSpPr>
          <p:nvPr/>
        </p:nvSpPr>
        <p:spPr>
          <a:xfrm xmlns:a="http://schemas.openxmlformats.org/drawingml/2006/main">
            <a:off x="8858250" y="3600450"/>
            <a:ext cx="1181100" cy="409575"/>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D79E996-A2BD-463B-95A1-97138012325A}"/>
              </a:ext>
            </a:extLst>
          </p:cNvPr>
          <p:cNvSpPr>
            <a:spLocks xmlns:a="http://schemas.openxmlformats.org/drawingml/2006/main" noGrp="1"/>
          </p:cNvSpPr>
          <p:nvPr/>
        </p:nvSpPr>
        <p:spPr>
          <a:xfrm xmlns:a="http://schemas.openxmlformats.org/drawingml/2006/main">
            <a:off x="9396413" y="3752850"/>
            <a:ext cx="104775" cy="10477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E391338-C105-4C57-9630-BF00E5BF097E}"/>
              </a:ext>
            </a:extLst>
          </p:cNvPr>
          <p:cNvSpPr>
            <a:spLocks xmlns:a="http://schemas.openxmlformats.org/drawingml/2006/main" noGrp="1"/>
          </p:cNvSpPr>
          <p:nvPr/>
        </p:nvSpPr>
        <p:spPr>
          <a:xfrm xmlns:a="http://schemas.openxmlformats.org/drawingml/2006/main">
            <a:off x="9782175" y="3886200"/>
            <a:ext cx="914400" cy="295275"/>
          </a:xfrm>
          <a:prstGeom xmlns:a="http://schemas.openxmlformats.org/drawingml/2006/main" prst="ellipse">
            <a:avLst/>
          </a:prstGeom>
          <a:solidFill xmlns:a="http://schemas.openxmlformats.org/drawingml/2006/main">
            <a:srgbClr val="39D7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E966640-EC12-4B1C-AE42-9622402E587A}"/>
              </a:ext>
            </a:extLst>
          </p:cNvPr>
          <p:cNvSpPr>
            <a:spLocks xmlns:a="http://schemas.openxmlformats.org/drawingml/2006/main" noGrp="1"/>
          </p:cNvSpPr>
          <p:nvPr/>
        </p:nvSpPr>
        <p:spPr>
          <a:xfrm xmlns:a="http://schemas.openxmlformats.org/drawingml/2006/main">
            <a:off x="10196513" y="3990975"/>
            <a:ext cx="85725" cy="8572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539BD2C-3885-474E-8428-6DD875308EF9}"/>
              </a:ext>
            </a:extLst>
          </p:cNvPr>
          <p:cNvSpPr>
            <a:spLocks xmlns:a="http://schemas.openxmlformats.org/drawingml/2006/main" noGrp="1"/>
          </p:cNvSpPr>
          <p:nvPr/>
        </p:nvSpPr>
        <p:spPr>
          <a:xfrm xmlns:a="http://schemas.openxmlformats.org/drawingml/2006/main">
            <a:off x="7239000" y="47625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defRPr sz="1425" b="1">
                <a:solidFill>
                  <a:srgbClr val="FFFFFF"/>
                </a:solidFill>
              </a:defRPr>
            </a:pPr>
            <a:r>
              <a:rPr sz="1425" b="1">
                <a:solidFill>
                  <a:srgbClr val="FFFFFF"/>
                </a:solidFill>
              </a:rPr>
              <a:t>根元から連続した弧になる</a:t>
            </a:r>
          </a:p>
        </p:txBody>
      </p:sp>
      <p:sp>
        <p:nvSpPr>
          <p:cNvPr id="26" name="">
            <a:extLst xmlns:a="http://schemas.openxmlformats.org/drawingml/2006/main">
              <a:ext uri="{FF2B5EF4-FFF2-40B4-BE49-F238E27FC236}">
                <a16:creationId xmlns:a16="http://schemas.microsoft.com/office/drawing/2014/main" id="{AC9D85B0-6A51-4419-A6CC-27C45ED981EF}"/>
              </a:ext>
            </a:extLst>
          </p:cNvPr>
          <p:cNvSpPr>
            <a:spLocks xmlns:a="http://schemas.openxmlformats.org/drawingml/2006/main" noGrp="1"/>
          </p:cNvSpPr>
          <p:nvPr/>
        </p:nvSpPr>
        <p:spPr>
          <a:xfrm xmlns:a="http://schemas.openxmlformats.org/drawingml/2006/main">
            <a:off x="857250" y="5781675"/>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6DE0B2"/>
                </a:solidFill>
              </a:defRPr>
            </a:defPPr>
            <a:lvl1pPr algn="ctr">
              <a:defRPr sz="1500" b="1">
                <a:solidFill>
                  <a:srgbClr val="6DE0B2"/>
                </a:solidFill>
              </a:defRPr>
            </a:lvl1pPr>
            <a:lvl2pPr algn="ctr">
              <a:defRPr sz="1500" b="1">
                <a:solidFill>
                  <a:srgbClr val="6DE0B2"/>
                </a:solidFill>
              </a:defRPr>
            </a:lvl2pPr>
            <a:lvl3pPr algn="ctr">
              <a:defRPr sz="1500" b="1">
                <a:solidFill>
                  <a:srgbClr val="6DE0B2"/>
                </a:solidFill>
              </a:defRPr>
            </a:lvl3pPr>
            <a:lvl4pPr algn="ctr">
              <a:defRPr sz="1500" b="1">
                <a:solidFill>
                  <a:srgbClr val="6DE0B2"/>
                </a:solidFill>
              </a:defRPr>
            </a:lvl4pPr>
            <a:lvl5pPr algn="ctr">
              <a:defRPr sz="1500" b="1">
                <a:solidFill>
                  <a:srgbClr val="6DE0B2"/>
                </a:solidFill>
              </a:defRPr>
            </a:lvl5pPr>
            <a:lvl6pPr algn="ctr">
              <a:defRPr sz="1500" b="1">
                <a:solidFill>
                  <a:srgbClr val="6DE0B2"/>
                </a:solidFill>
              </a:defRPr>
            </a:lvl6pPr>
            <a:lvl7pPr algn="ctr">
              <a:defRPr sz="1500" b="1">
                <a:solidFill>
                  <a:srgbClr val="6DE0B2"/>
                </a:solidFill>
              </a:defRPr>
            </a:lvl7pPr>
            <a:lvl8pPr algn="ctr">
              <a:defRPr sz="1500" b="1">
                <a:solidFill>
                  <a:srgbClr val="6DE0B2"/>
                </a:solidFill>
              </a:defRPr>
            </a:lvl8pPr>
            <a:lvl9pPr algn="ctr">
              <a:defRPr sz="1500" b="1">
                <a:solidFill>
                  <a:srgbClr val="6DE0B2"/>
                </a:solidFill>
              </a:defRPr>
            </a:lvl9pPr>
          </a:lstStyle>
          <a:p xmlns:a="http://schemas.openxmlformats.org/drawingml/2006/main">
            <a:pPr algn="ctr">
              <a:defRPr sz="1500" b="1">
                <a:solidFill>
                  <a:srgbClr val="6DE0B2"/>
                </a:solidFill>
              </a:defRPr>
            </a:pPr>
            <a:r>
              <a:rPr sz="1500" b="1">
                <a:solidFill>
                  <a:srgbClr val="6DE0B2"/>
                </a:solidFill>
              </a:rPr>
              <a:t>リボントレイルと立体炎が同じ曲線を共有することで、境目と直角感を同時に抑える</a:t>
            </a:r>
          </a:p>
        </p:txBody>
      </p:sp>
    </p:spTree>
    <p:extLst>
      <p:ext uri="{BB962C8B-B14F-4D97-AF65-F5344CB8AC3E}">
        <p14:creationId xmlns:p14="http://schemas.microsoft.com/office/powerpoint/2010/main" val="1262968924"/>
      </p:ext>
    </p:extLst>
  </p:cSld>
</p:sld>
</file>

<file path=ppt/slides/slide15.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EADA774-D1FA-41A8-BC43-807BDEC1D54D}"/>
              </a:ext>
            </a:extLst>
          </p:cNvPr>
          <p:cNvSpPr>
            <a:spLocks xmlns:a="http://schemas.openxmlformats.org/drawingml/2006/main" noGrp="1"/>
          </p:cNvSpPr>
          <p:nvPr/>
        </p:nvSpPr>
        <p:spPr>
          <a:xfrm xmlns:a="http://schemas.openxmlformats.org/drawingml/2006/main">
            <a:off x="647700" y="4000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a:solidFill>
                  <a:srgbClr val="FFFFFF"/>
                </a:solidFill>
              </a:defRPr>
            </a:defPPr>
            <a:lvl1pPr algn="l">
              <a:defRPr sz="2475" b="1">
                <a:solidFill>
                  <a:srgbClr val="FFFFFF"/>
                </a:solidFill>
              </a:defRPr>
            </a:lvl1pPr>
            <a:lvl2pPr algn="l">
              <a:defRPr sz="2475" b="1">
                <a:solidFill>
                  <a:srgbClr val="FFFFFF"/>
                </a:solidFill>
              </a:defRPr>
            </a:lvl2pPr>
            <a:lvl3pPr algn="l">
              <a:defRPr sz="2475" b="1">
                <a:solidFill>
                  <a:srgbClr val="FFFFFF"/>
                </a:solidFill>
              </a:defRPr>
            </a:lvl3pPr>
            <a:lvl4pPr algn="l">
              <a:defRPr sz="2475" b="1">
                <a:solidFill>
                  <a:srgbClr val="FFFFFF"/>
                </a:solidFill>
              </a:defRPr>
            </a:lvl4pPr>
            <a:lvl5pPr algn="l">
              <a:defRPr sz="2475" b="1">
                <a:solidFill>
                  <a:srgbClr val="FFFFFF"/>
                </a:solidFill>
              </a:defRPr>
            </a:lvl5pPr>
            <a:lvl6pPr algn="l">
              <a:defRPr sz="2475" b="1">
                <a:solidFill>
                  <a:srgbClr val="FFFFFF"/>
                </a:solidFill>
              </a:defRPr>
            </a:lvl6pPr>
            <a:lvl7pPr algn="l">
              <a:defRPr sz="2475" b="1">
                <a:solidFill>
                  <a:srgbClr val="FFFFFF"/>
                </a:solidFill>
              </a:defRPr>
            </a:lvl7pPr>
            <a:lvl8pPr algn="l">
              <a:defRPr sz="2475" b="1">
                <a:solidFill>
                  <a:srgbClr val="FFFFFF"/>
                </a:solidFill>
              </a:defRPr>
            </a:lvl8pPr>
            <a:lvl9pPr algn="l">
              <a:defRPr sz="2475" b="1">
                <a:solidFill>
                  <a:srgbClr val="FFFFFF"/>
                </a:solidFill>
              </a:defRPr>
            </a:lvl9pPr>
          </a:lstStyle>
          <a:p xmlns:a="http://schemas.openxmlformats.org/drawingml/2006/main">
            <a:pPr algn="l">
              <a:defRPr sz="2475" b="1">
                <a:solidFill>
                  <a:srgbClr val="FFFFFF"/>
                </a:solidFill>
              </a:defRPr>
            </a:pPr>
            <a:r>
              <a:rPr sz="2475" b="1">
                <a:solidFill>
                  <a:srgbClr val="FFFFFF"/>
                </a:solidFill>
              </a:rPr>
              <a:t>完成後の検証映像</a:t>
            </a:r>
          </a:p>
        </p:txBody>
      </p:sp>
      <p:sp>
        <p:nvSpPr>
          <p:cNvPr id="2" name="">
            <a:extLst xmlns:a="http://schemas.openxmlformats.org/drawingml/2006/main">
              <a:ext uri="{FF2B5EF4-FFF2-40B4-BE49-F238E27FC236}">
                <a16:creationId xmlns:a16="http://schemas.microsoft.com/office/drawing/2014/main" id="{D32E7D0A-2D0E-4401-9542-0D2D68CF2649}"/>
              </a:ext>
            </a:extLst>
          </p:cNvPr>
          <p:cNvSpPr>
            <a:spLocks xmlns:a="http://schemas.openxmlformats.org/drawingml/2006/main" noGrp="1"/>
          </p:cNvSpPr>
          <p:nvPr/>
        </p:nvSpPr>
        <p:spPr>
          <a:xfrm xmlns:a="http://schemas.openxmlformats.org/drawingml/2006/main">
            <a:off x="10877550" y="4953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39D7FF"/>
                </a:solidFill>
              </a:defRPr>
            </a:defPPr>
            <a:lvl1pPr algn="r">
              <a:defRPr sz="1050" b="1">
                <a:solidFill>
                  <a:srgbClr val="39D7FF"/>
                </a:solidFill>
              </a:defRPr>
            </a:lvl1pPr>
            <a:lvl2pPr algn="r">
              <a:defRPr sz="1050" b="1">
                <a:solidFill>
                  <a:srgbClr val="39D7FF"/>
                </a:solidFill>
              </a:defRPr>
            </a:lvl2pPr>
            <a:lvl3pPr algn="r">
              <a:defRPr sz="1050" b="1">
                <a:solidFill>
                  <a:srgbClr val="39D7FF"/>
                </a:solidFill>
              </a:defRPr>
            </a:lvl3pPr>
            <a:lvl4pPr algn="r">
              <a:defRPr sz="1050" b="1">
                <a:solidFill>
                  <a:srgbClr val="39D7FF"/>
                </a:solidFill>
              </a:defRPr>
            </a:lvl4pPr>
            <a:lvl5pPr algn="r">
              <a:defRPr sz="1050" b="1">
                <a:solidFill>
                  <a:srgbClr val="39D7FF"/>
                </a:solidFill>
              </a:defRPr>
            </a:lvl5pPr>
            <a:lvl6pPr algn="r">
              <a:defRPr sz="1050" b="1">
                <a:solidFill>
                  <a:srgbClr val="39D7FF"/>
                </a:solidFill>
              </a:defRPr>
            </a:lvl6pPr>
            <a:lvl7pPr algn="r">
              <a:defRPr sz="1050" b="1">
                <a:solidFill>
                  <a:srgbClr val="39D7FF"/>
                </a:solidFill>
              </a:defRPr>
            </a:lvl7pPr>
            <a:lvl8pPr algn="r">
              <a:defRPr sz="1050" b="1">
                <a:solidFill>
                  <a:srgbClr val="39D7FF"/>
                </a:solidFill>
              </a:defRPr>
            </a:lvl8pPr>
            <a:lvl9pPr algn="r">
              <a:defRPr sz="1050" b="1">
                <a:solidFill>
                  <a:srgbClr val="39D7FF"/>
                </a:solidFill>
              </a:defRPr>
            </a:lvl9pPr>
          </a:lstStyle>
          <a:p xmlns:a="http://schemas.openxmlformats.org/drawingml/2006/main">
            <a:pPr algn="r">
              <a:defRPr sz="1050" b="1">
                <a:solidFill>
                  <a:srgbClr val="39D7FF"/>
                </a:solidFill>
              </a:defRPr>
            </a:pPr>
            <a:r>
              <a:rPr sz="1050" b="1">
                <a:solidFill>
                  <a:srgbClr val="39D7FF"/>
                </a:solidFill>
              </a:rPr>
              <a:t>15</a:t>
            </a:r>
          </a:p>
        </p:txBody>
      </p:sp>
      <p:sp>
        <p:nvSpPr>
          <p:cNvPr id="3" name="">
            <a:extLst xmlns:a="http://schemas.openxmlformats.org/drawingml/2006/main">
              <a:ext uri="{FF2B5EF4-FFF2-40B4-BE49-F238E27FC236}">
                <a16:creationId xmlns:a16="http://schemas.microsoft.com/office/drawing/2014/main" id="{2C060E11-44B8-47F9-AEE8-897F67E96F5A}"/>
              </a:ext>
            </a:extLst>
          </p:cNvPr>
          <p:cNvSpPr>
            <a:spLocks xmlns:a="http://schemas.openxmlformats.org/drawingml/2006/main" noGrp="1"/>
          </p:cNvSpPr>
          <p:nvPr/>
        </p:nvSpPr>
        <p:spPr>
          <a:xfrm xmlns:a="http://schemas.openxmlformats.org/drawingml/2006/main">
            <a:off x="647700" y="1000125"/>
            <a:ext cx="10896600" cy="190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04EA660-C843-41BA-BF5F-F9DED57CC725}"/>
              </a:ext>
            </a:extLst>
          </p:cNvPr>
          <p:cNvSpPr>
            <a:spLocks xmlns:a="http://schemas.openxmlformats.org/drawingml/2006/main" noGrp="1"/>
          </p:cNvSpPr>
          <p:nvPr/>
        </p:nvSpPr>
        <p:spPr>
          <a:xfrm xmlns:a="http://schemas.openxmlformats.org/drawingml/2006/main">
            <a:off x="666750" y="1276350"/>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FFFFFF"/>
                </a:solidFill>
              </a:defRPr>
            </a:defPPr>
            <a:lvl1pPr algn="l">
              <a:defRPr sz="1650" b="1">
                <a:solidFill>
                  <a:srgbClr val="FFFFFF"/>
                </a:solidFill>
              </a:defRPr>
            </a:lvl1pPr>
            <a:lvl2pPr algn="l">
              <a:defRPr sz="1650" b="1">
                <a:solidFill>
                  <a:srgbClr val="FFFFFF"/>
                </a:solidFill>
              </a:defRPr>
            </a:lvl2pPr>
            <a:lvl3pPr algn="l">
              <a:defRPr sz="1650" b="1">
                <a:solidFill>
                  <a:srgbClr val="FFFFFF"/>
                </a:solidFill>
              </a:defRPr>
            </a:lvl3pPr>
            <a:lvl4pPr algn="l">
              <a:defRPr sz="1650" b="1">
                <a:solidFill>
                  <a:srgbClr val="FFFFFF"/>
                </a:solidFill>
              </a:defRPr>
            </a:lvl4pPr>
            <a:lvl5pPr algn="l">
              <a:defRPr sz="1650" b="1">
                <a:solidFill>
                  <a:srgbClr val="FFFFFF"/>
                </a:solidFill>
              </a:defRPr>
            </a:lvl5pPr>
            <a:lvl6pPr algn="l">
              <a:defRPr sz="1650" b="1">
                <a:solidFill>
                  <a:srgbClr val="FFFFFF"/>
                </a:solidFill>
              </a:defRPr>
            </a:lvl6pPr>
            <a:lvl7pPr algn="l">
              <a:defRPr sz="1650" b="1">
                <a:solidFill>
                  <a:srgbClr val="FFFFFF"/>
                </a:solidFill>
              </a:defRPr>
            </a:lvl7pPr>
            <a:lvl8pPr algn="l">
              <a:defRPr sz="1650" b="1">
                <a:solidFill>
                  <a:srgbClr val="FFFFFF"/>
                </a:solidFill>
              </a:defRPr>
            </a:lvl8pPr>
            <a:lvl9pPr algn="l">
              <a:defRPr sz="1650" b="1">
                <a:solidFill>
                  <a:srgbClr val="FFFFFF"/>
                </a:solidFill>
              </a:defRPr>
            </a:lvl9pPr>
          </a:lstStyle>
          <a:p xmlns:a="http://schemas.openxmlformats.org/drawingml/2006/main">
            <a:pPr algn="l">
              <a:defRPr sz="1650" b="1">
                <a:solidFill>
                  <a:srgbClr val="FFFFFF"/>
                </a:solidFill>
              </a:defRPr>
            </a:pPr>
            <a:r>
              <a:rPr sz="1650" b="1">
                <a:solidFill>
                  <a:srgbClr val="FFFFFF"/>
                </a:solidFill>
              </a:rPr>
              <a:t>急旋回時に、根元から尾までが一続きに曲がるかを確認する</a:t>
            </a:r>
          </a:p>
        </p:txBody>
      </p:sp>
      <p:sp>
        <p:nvSpPr>
          <p:cNvPr id="5" name="">
            <a:extLst xmlns:a="http://schemas.openxmlformats.org/drawingml/2006/main">
              <a:ext uri="{FF2B5EF4-FFF2-40B4-BE49-F238E27FC236}">
                <a16:creationId xmlns:a16="http://schemas.microsoft.com/office/drawing/2014/main" id="{E3542791-E735-47DA-8AFF-2771932B9F71}"/>
              </a:ext>
            </a:extLst>
          </p:cNvPr>
          <p:cNvSpPr>
            <a:spLocks xmlns:a="http://schemas.openxmlformats.org/drawingml/2006/main" noGrp="1"/>
          </p:cNvSpPr>
          <p:nvPr/>
        </p:nvSpPr>
        <p:spPr>
          <a:xfrm xmlns:a="http://schemas.openxmlformats.org/drawingml/2006/main">
            <a:off x="1619250" y="1924050"/>
            <a:ext cx="8953500" cy="3333750"/>
          </a:xfrm>
          <a:prstGeom xmlns:a="http://schemas.openxmlformats.org/drawingml/2006/main" prst="roundRect">
            <a:avLst>
              <a:gd name="adj" fmla="val 2286"/>
            </a:avLst>
          </a:prstGeom>
          <a:solidFill xmlns:a="http://schemas.openxmlformats.org/drawingml/2006/main">
            <a:srgbClr val="0B2132"/>
          </a:solidFill>
          <a:ln xmlns:a="http://schemas.openxmlformats.org/drawingml/2006/main" w="9525">
            <a:solidFill>
              <a:srgbClr val="6DE0B2"/>
            </a:solidFill>
            <a:prstDash val="solid"/>
          </a:ln>
        </p:spPr>
      </p:sp>
      <p:pic>
        <p:nvPicPr>
          <p:cNvPr id="6" name="">
            <a:extLst xmlns:a="http://schemas.openxmlformats.org/drawingml/2006/main">
              <a:ext uri="{FF2B5EF4-FFF2-40B4-BE49-F238E27FC236}">
                <a16:creationId xmlns:a16="http://schemas.microsoft.com/office/drawing/2014/main" id="{FD11FB9C-0FB6-41CA-93E1-49F04F227E80}"/>
              </a:ext>
            </a:extLst>
          </p:cNvPr>
          <p:cNvPicPr>
            <a:picLocks xmlns:a="http://schemas.openxmlformats.org/drawingml/2006/main" noChangeAspect="1"/>
          </p:cNvPicPr>
          <p:nvPr/>
        </p:nvPicPr>
        <p:blipFill>
          <a:blip xmlns:r="http://schemas.openxmlformats.org/officeDocument/2006/relationships" xmlns:a="http://schemas.openxmlformats.org/drawingml/2006/main" r:embed="R68bdfff5c02c4485"/>
          <a:srcRect xmlns:a="http://schemas.openxmlformats.org/drawingml/2006/main" l="0" t="15739" r="0" b="15739"/>
          <a:stretch xmlns:a="http://schemas.openxmlformats.org/drawingml/2006/main">
            <a:fillRect l="0" t="0" r="0" b="0"/>
          </a:stretch>
        </p:blipFill>
        <p:spPr>
          <a:xfrm xmlns:a="http://schemas.openxmlformats.org/drawingml/2006/main">
            <a:off x="1647825" y="1952625"/>
            <a:ext cx="8896350" cy="3276600"/>
          </a:xfrm>
          <a:prstGeom xmlns:a="http://schemas.openxmlformats.org/drawingml/2006/main" prst="roundRect">
            <a:avLst>
              <a:gd name="adj" fmla="val 3488"/>
            </a:avLst>
          </a:prstGeom>
        </p:spPr>
      </p:pic>
      <p:sp>
        <p:nvSpPr>
          <p:cNvPr id="7" name="">
            <a:extLst xmlns:a="http://schemas.openxmlformats.org/drawingml/2006/main">
              <a:ext uri="{FF2B5EF4-FFF2-40B4-BE49-F238E27FC236}">
                <a16:creationId xmlns:a16="http://schemas.microsoft.com/office/drawing/2014/main" id="{960EA229-D137-473D-897E-0C557A7996AE}"/>
              </a:ext>
            </a:extLst>
          </p:cNvPr>
          <p:cNvSpPr>
            <a:spLocks xmlns:a="http://schemas.openxmlformats.org/drawingml/2006/main" noGrp="1"/>
          </p:cNvSpPr>
          <p:nvPr/>
        </p:nvSpPr>
        <p:spPr>
          <a:xfrm xmlns:a="http://schemas.openxmlformats.org/drawingml/2006/main">
            <a:off x="1647825" y="1952625"/>
            <a:ext cx="8896350" cy="400050"/>
          </a:xfrm>
          <a:prstGeom xmlns:a="http://schemas.openxmlformats.org/drawingml/2006/main" prst="rect">
            <a:avLst/>
          </a:prstGeom>
          <a:solidFill xmlns:a="http://schemas.openxmlformats.org/drawingml/2006/main">
            <a:srgbClr val="0713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F8F7A92-B24C-409D-ACD8-3266D84F7129}"/>
              </a:ext>
            </a:extLst>
          </p:cNvPr>
          <p:cNvSpPr>
            <a:spLocks xmlns:a="http://schemas.openxmlformats.org/drawingml/2006/main" noGrp="1"/>
          </p:cNvSpPr>
          <p:nvPr/>
        </p:nvSpPr>
        <p:spPr>
          <a:xfrm xmlns:a="http://schemas.openxmlformats.org/drawingml/2006/main">
            <a:off x="1790700" y="20288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6DE0B2"/>
                </a:solidFill>
              </a:defRPr>
            </a:defPPr>
            <a:lvl1pPr algn="l">
              <a:defRPr sz="900" b="1">
                <a:solidFill>
                  <a:srgbClr val="6DE0B2"/>
                </a:solidFill>
              </a:defRPr>
            </a:lvl1pPr>
            <a:lvl2pPr algn="l">
              <a:defRPr sz="900" b="1">
                <a:solidFill>
                  <a:srgbClr val="6DE0B2"/>
                </a:solidFill>
              </a:defRPr>
            </a:lvl2pPr>
            <a:lvl3pPr algn="l">
              <a:defRPr sz="900" b="1">
                <a:solidFill>
                  <a:srgbClr val="6DE0B2"/>
                </a:solidFill>
              </a:defRPr>
            </a:lvl3pPr>
            <a:lvl4pPr algn="l">
              <a:defRPr sz="900" b="1">
                <a:solidFill>
                  <a:srgbClr val="6DE0B2"/>
                </a:solidFill>
              </a:defRPr>
            </a:lvl4pPr>
            <a:lvl5pPr algn="l">
              <a:defRPr sz="900" b="1">
                <a:solidFill>
                  <a:srgbClr val="6DE0B2"/>
                </a:solidFill>
              </a:defRPr>
            </a:lvl5pPr>
            <a:lvl6pPr algn="l">
              <a:defRPr sz="900" b="1">
                <a:solidFill>
                  <a:srgbClr val="6DE0B2"/>
                </a:solidFill>
              </a:defRPr>
            </a:lvl6pPr>
            <a:lvl7pPr algn="l">
              <a:defRPr sz="900" b="1">
                <a:solidFill>
                  <a:srgbClr val="6DE0B2"/>
                </a:solidFill>
              </a:defRPr>
            </a:lvl7pPr>
            <a:lvl8pPr algn="l">
              <a:defRPr sz="900" b="1">
                <a:solidFill>
                  <a:srgbClr val="6DE0B2"/>
                </a:solidFill>
              </a:defRPr>
            </a:lvl8pPr>
            <a:lvl9pPr algn="l">
              <a:defRPr sz="900" b="1">
                <a:solidFill>
                  <a:srgbClr val="6DE0B2"/>
                </a:solidFill>
              </a:defRPr>
            </a:lvl9pPr>
          </a:lstStyle>
          <a:p xmlns:a="http://schemas.openxmlformats.org/drawingml/2006/main">
            <a:pPr algn="l">
              <a:defRPr sz="900" b="1">
                <a:solidFill>
                  <a:srgbClr val="6DE0B2"/>
                </a:solidFill>
              </a:defRPr>
            </a:pPr>
            <a:r>
              <a:rPr sz="900" b="1">
                <a:solidFill>
                  <a:srgbClr val="6DE0B2"/>
                </a:solidFill>
              </a:rPr>
              <a:t>VIDEO</a:t>
            </a:r>
          </a:p>
        </p:txBody>
      </p:sp>
      <p:sp>
        <p:nvSpPr>
          <p:cNvPr id="9" name="">
            <a:extLst xmlns:a="http://schemas.openxmlformats.org/drawingml/2006/main">
              <a:ext uri="{FF2B5EF4-FFF2-40B4-BE49-F238E27FC236}">
                <a16:creationId xmlns:a16="http://schemas.microsoft.com/office/drawing/2014/main" id="{ADB8A397-6DD7-4D89-B268-4CB26C18C26C}"/>
              </a:ext>
            </a:extLst>
          </p:cNvPr>
          <p:cNvSpPr>
            <a:spLocks xmlns:a="http://schemas.openxmlformats.org/drawingml/2006/main" noGrp="1"/>
          </p:cNvSpPr>
          <p:nvPr/>
        </p:nvSpPr>
        <p:spPr>
          <a:xfrm xmlns:a="http://schemas.openxmlformats.org/drawingml/2006/main">
            <a:off x="2457450" y="2000250"/>
            <a:ext cx="788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FFFFFF"/>
                </a:solidFill>
              </a:defRPr>
            </a:defPPr>
            <a:lvl1pPr algn="l">
              <a:defRPr sz="1200" b="1">
                <a:solidFill>
                  <a:srgbClr val="FFFFFF"/>
                </a:solidFill>
              </a:defRPr>
            </a:lvl1pPr>
            <a:lvl2pPr algn="l">
              <a:defRPr sz="1200" b="1">
                <a:solidFill>
                  <a:srgbClr val="FFFFFF"/>
                </a:solidFill>
              </a:defRPr>
            </a:lvl2pPr>
            <a:lvl3pPr algn="l">
              <a:defRPr sz="1200" b="1">
                <a:solidFill>
                  <a:srgbClr val="FFFFFF"/>
                </a:solidFill>
              </a:defRPr>
            </a:lvl3pPr>
            <a:lvl4pPr algn="l">
              <a:defRPr sz="1200" b="1">
                <a:solidFill>
                  <a:srgbClr val="FFFFFF"/>
                </a:solidFill>
              </a:defRPr>
            </a:lvl4pPr>
            <a:lvl5pPr algn="l">
              <a:defRPr sz="1200" b="1">
                <a:solidFill>
                  <a:srgbClr val="FFFFFF"/>
                </a:solidFill>
              </a:defRPr>
            </a:lvl5pPr>
            <a:lvl6pPr algn="l">
              <a:defRPr sz="1200" b="1">
                <a:solidFill>
                  <a:srgbClr val="FFFFFF"/>
                </a:solidFill>
              </a:defRPr>
            </a:lvl6pPr>
            <a:lvl7pPr algn="l">
              <a:defRPr sz="1200" b="1">
                <a:solidFill>
                  <a:srgbClr val="FFFFFF"/>
                </a:solidFill>
              </a:defRPr>
            </a:lvl7pPr>
            <a:lvl8pPr algn="l">
              <a:defRPr sz="1200" b="1">
                <a:solidFill>
                  <a:srgbClr val="FFFFFF"/>
                </a:solidFill>
              </a:defRPr>
            </a:lvl8pPr>
            <a:lvl9pPr algn="l">
              <a:defRPr sz="1200" b="1">
                <a:solidFill>
                  <a:srgbClr val="FFFFFF"/>
                </a:solidFill>
              </a:defRPr>
            </a:lvl9pPr>
          </a:lstStyle>
          <a:p xmlns:a="http://schemas.openxmlformats.org/drawingml/2006/main">
            <a:pPr algn="l">
              <a:defRPr sz="1200" b="1">
                <a:solidFill>
                  <a:srgbClr val="FFFFFF"/>
                </a:solidFill>
              </a:defRPr>
            </a:pPr>
            <a:r>
              <a:rPr sz="1200" b="1">
                <a:solidFill>
                  <a:srgbClr val="FFFFFF"/>
                </a:solidFill>
              </a:rPr>
              <a:t>Valkyrie Strike　検証用プレイ映像</a:t>
            </a:r>
          </a:p>
        </p:txBody>
      </p:sp>
      <p:sp>
        <p:nvSpPr>
          <p:cNvPr id="10" name="">
            <a:extLst xmlns:a="http://schemas.openxmlformats.org/drawingml/2006/main">
              <a:ext uri="{FF2B5EF4-FFF2-40B4-BE49-F238E27FC236}">
                <a16:creationId xmlns:a16="http://schemas.microsoft.com/office/drawing/2014/main" id="{2FBCEA60-626E-4BFC-8EE7-9F60EFC5610F}"/>
              </a:ext>
            </a:extLst>
          </p:cNvPr>
          <p:cNvSpPr>
            <a:spLocks xmlns:a="http://schemas.openxmlformats.org/drawingml/2006/main" noGrp="1"/>
          </p:cNvSpPr>
          <p:nvPr/>
        </p:nvSpPr>
        <p:spPr>
          <a:xfrm xmlns:a="http://schemas.openxmlformats.org/drawingml/2006/main">
            <a:off x="5819775" y="3314700"/>
            <a:ext cx="552450" cy="552450"/>
          </a:xfrm>
          <a:prstGeom xmlns:a="http://schemas.openxmlformats.org/drawingml/2006/main" prst="ellipse">
            <a:avLst/>
          </a:prstGeom>
          <a:solidFill xmlns:a="http://schemas.openxmlformats.org/drawingml/2006/main">
            <a:srgbClr val="07131F"/>
          </a:solidFill>
          <a:ln xmlns:a="http://schemas.openxmlformats.org/drawingml/2006/main" w="9525">
            <a:solidFill>
              <a:srgbClr val="6DE0B2"/>
            </a:solidFill>
            <a:prstDash val="solid"/>
          </a:ln>
        </p:spPr>
      </p:sp>
      <p:sp>
        <p:nvSpPr>
          <p:cNvPr id="11" name="">
            <a:extLst xmlns:a="http://schemas.openxmlformats.org/drawingml/2006/main">
              <a:ext uri="{FF2B5EF4-FFF2-40B4-BE49-F238E27FC236}">
                <a16:creationId xmlns:a16="http://schemas.microsoft.com/office/drawing/2014/main" id="{45FEF3FC-5F01-4EB9-B392-1C38C26E99B3}"/>
              </a:ext>
            </a:extLst>
          </p:cNvPr>
          <p:cNvSpPr>
            <a:spLocks xmlns:a="http://schemas.openxmlformats.org/drawingml/2006/main" noGrp="1"/>
          </p:cNvSpPr>
          <p:nvPr/>
        </p:nvSpPr>
        <p:spPr>
          <a:xfrm xmlns:a="http://schemas.openxmlformats.org/drawingml/2006/main">
            <a:off x="6019800" y="3467100"/>
            <a:ext cx="247650" cy="247650"/>
          </a:xfrm>
          <a:prstGeom xmlns:a="http://schemas.openxmlformats.org/drawingml/2006/main" prst="triangle">
            <a:avLst/>
          </a:prstGeom>
          <a:solidFill xmlns:a="http://schemas.openxmlformats.org/drawingml/2006/main">
            <a:srgbClr val="6DE0B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AB16F4C-5A19-49D1-AECB-B9E3FBFC5BD9}"/>
              </a:ext>
            </a:extLst>
          </p:cNvPr>
          <p:cNvSpPr>
            <a:spLocks xmlns:a="http://schemas.openxmlformats.org/drawingml/2006/main" noGrp="1"/>
          </p:cNvSpPr>
          <p:nvPr/>
        </p:nvSpPr>
        <p:spPr>
          <a:xfrm xmlns:a="http://schemas.openxmlformats.org/drawingml/2006/main">
            <a:off x="1647825" y="4848225"/>
            <a:ext cx="8896350" cy="381000"/>
          </a:xfrm>
          <a:prstGeom xmlns:a="http://schemas.openxmlformats.org/drawingml/2006/main" prst="rect">
            <a:avLst/>
          </a:prstGeom>
          <a:solidFill xmlns:a="http://schemas.openxmlformats.org/drawingml/2006/main">
            <a:srgbClr val="0713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B5B52FD-9658-4DDA-B308-23151057E630}"/>
              </a:ext>
            </a:extLst>
          </p:cNvPr>
          <p:cNvSpPr>
            <a:spLocks xmlns:a="http://schemas.openxmlformats.org/drawingml/2006/main" noGrp="1"/>
          </p:cNvSpPr>
          <p:nvPr/>
        </p:nvSpPr>
        <p:spPr>
          <a:xfrm xmlns:a="http://schemas.openxmlformats.org/drawingml/2006/main">
            <a:off x="1771650" y="4924425"/>
            <a:ext cx="86487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00" b="0">
                <a:solidFill>
                  <a:srgbClr val="EAF6FF"/>
                </a:solidFill>
              </a:defRPr>
            </a:defPPr>
            <a:lvl1pPr algn="ctr">
              <a:defRPr sz="900" b="0">
                <a:solidFill>
                  <a:srgbClr val="EAF6FF"/>
                </a:solidFill>
              </a:defRPr>
            </a:lvl1pPr>
            <a:lvl2pPr algn="ctr">
              <a:defRPr sz="900" b="0">
                <a:solidFill>
                  <a:srgbClr val="EAF6FF"/>
                </a:solidFill>
              </a:defRPr>
            </a:lvl2pPr>
            <a:lvl3pPr algn="ctr">
              <a:defRPr sz="900" b="0">
                <a:solidFill>
                  <a:srgbClr val="EAF6FF"/>
                </a:solidFill>
              </a:defRPr>
            </a:lvl3pPr>
            <a:lvl4pPr algn="ctr">
              <a:defRPr sz="900" b="0">
                <a:solidFill>
                  <a:srgbClr val="EAF6FF"/>
                </a:solidFill>
              </a:defRPr>
            </a:lvl4pPr>
            <a:lvl5pPr algn="ctr">
              <a:defRPr sz="900" b="0">
                <a:solidFill>
                  <a:srgbClr val="EAF6FF"/>
                </a:solidFill>
              </a:defRPr>
            </a:lvl5pPr>
            <a:lvl6pPr algn="ctr">
              <a:defRPr sz="900" b="0">
                <a:solidFill>
                  <a:srgbClr val="EAF6FF"/>
                </a:solidFill>
              </a:defRPr>
            </a:lvl6pPr>
            <a:lvl7pPr algn="ctr">
              <a:defRPr sz="900" b="0">
                <a:solidFill>
                  <a:srgbClr val="EAF6FF"/>
                </a:solidFill>
              </a:defRPr>
            </a:lvl7pPr>
            <a:lvl8pPr algn="ctr">
              <a:defRPr sz="900" b="0">
                <a:solidFill>
                  <a:srgbClr val="EAF6FF"/>
                </a:solidFill>
              </a:defRPr>
            </a:lvl8pPr>
            <a:lvl9pPr algn="ctr">
              <a:defRPr sz="900" b="0">
                <a:solidFill>
                  <a:srgbClr val="EAF6FF"/>
                </a:solidFill>
              </a:defRPr>
            </a:lvl9pPr>
          </a:lstStyle>
          <a:p xmlns:a="http://schemas.openxmlformats.org/drawingml/2006/main">
            <a:pPr algn="ctr">
              <a:defRPr sz="900" b="0">
                <a:solidFill>
                  <a:srgbClr val="EAF6FF"/>
                </a:solidFill>
              </a:defRPr>
            </a:pPr>
            <a:r>
              <a:rPr sz="900" b="0">
                <a:solidFill>
                  <a:srgbClr val="EAF6FF"/>
                </a:solidFill>
              </a:rPr>
              <a:t>動画を挿入して再生する</a:t>
            </a:r>
          </a:p>
        </p:txBody>
      </p:sp>
      <p:sp>
        <p:nvSpPr>
          <p:cNvPr id="14" name="">
            <a:extLst xmlns:a="http://schemas.openxmlformats.org/drawingml/2006/main">
              <a:ext uri="{FF2B5EF4-FFF2-40B4-BE49-F238E27FC236}">
                <a16:creationId xmlns:a16="http://schemas.microsoft.com/office/drawing/2014/main" id="{A517E269-70C4-48CC-98ED-649273E66F80}"/>
              </a:ext>
            </a:extLst>
          </p:cNvPr>
          <p:cNvSpPr>
            <a:spLocks xmlns:a="http://schemas.openxmlformats.org/drawingml/2006/main" noGrp="1"/>
          </p:cNvSpPr>
          <p:nvPr/>
        </p:nvSpPr>
        <p:spPr>
          <a:xfrm xmlns:a="http://schemas.openxmlformats.org/drawingml/2006/main">
            <a:off x="1238250" y="5857875"/>
            <a:ext cx="971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A8C1D1"/>
                </a:solidFill>
              </a:defRPr>
            </a:defPPr>
            <a:lvl1pPr algn="ctr">
              <a:defRPr sz="1425" b="1">
                <a:solidFill>
                  <a:srgbClr val="A8C1D1"/>
                </a:solidFill>
              </a:defRPr>
            </a:lvl1pPr>
            <a:lvl2pPr algn="ctr">
              <a:defRPr sz="1425" b="1">
                <a:solidFill>
                  <a:srgbClr val="A8C1D1"/>
                </a:solidFill>
              </a:defRPr>
            </a:lvl2pPr>
            <a:lvl3pPr algn="ctr">
              <a:defRPr sz="1425" b="1">
                <a:solidFill>
                  <a:srgbClr val="A8C1D1"/>
                </a:solidFill>
              </a:defRPr>
            </a:lvl3pPr>
            <a:lvl4pPr algn="ctr">
              <a:defRPr sz="1425" b="1">
                <a:solidFill>
                  <a:srgbClr val="A8C1D1"/>
                </a:solidFill>
              </a:defRPr>
            </a:lvl4pPr>
            <a:lvl5pPr algn="ctr">
              <a:defRPr sz="1425" b="1">
                <a:solidFill>
                  <a:srgbClr val="A8C1D1"/>
                </a:solidFill>
              </a:defRPr>
            </a:lvl5pPr>
            <a:lvl6pPr algn="ctr">
              <a:defRPr sz="1425" b="1">
                <a:solidFill>
                  <a:srgbClr val="A8C1D1"/>
                </a:solidFill>
              </a:defRPr>
            </a:lvl6pPr>
            <a:lvl7pPr algn="ctr">
              <a:defRPr sz="1425" b="1">
                <a:solidFill>
                  <a:srgbClr val="A8C1D1"/>
                </a:solidFill>
              </a:defRPr>
            </a:lvl7pPr>
            <a:lvl8pPr algn="ctr">
              <a:defRPr sz="1425" b="1">
                <a:solidFill>
                  <a:srgbClr val="A8C1D1"/>
                </a:solidFill>
              </a:defRPr>
            </a:lvl8pPr>
            <a:lvl9pPr algn="ctr">
              <a:defRPr sz="1425" b="1">
                <a:solidFill>
                  <a:srgbClr val="A8C1D1"/>
                </a:solidFill>
              </a:defRPr>
            </a:lvl9pPr>
          </a:lstStyle>
          <a:p xmlns:a="http://schemas.openxmlformats.org/drawingml/2006/main">
            <a:pPr algn="ctr">
              <a:defRPr sz="1425" b="1">
                <a:solidFill>
                  <a:srgbClr val="A8C1D1"/>
                </a:solidFill>
              </a:defRPr>
            </a:pPr>
            <a:r>
              <a:rPr sz="1425" b="1">
                <a:solidFill>
                  <a:srgbClr val="A8C1D1"/>
                </a:solidFill>
              </a:rPr>
              <a:t>確認項目　根元の接続　／　曲線の自然さ　／　幅の減衰　／　急旋回時のねじれ</a:t>
            </a:r>
          </a:p>
        </p:txBody>
      </p:sp>
    </p:spTree>
    <p:extLst>
      <p:ext uri="{BB962C8B-B14F-4D97-AF65-F5344CB8AC3E}">
        <p14:creationId xmlns:p14="http://schemas.microsoft.com/office/powerpoint/2010/main" val="1809904352"/>
      </p:ext>
    </p:extLst>
  </p:cSld>
</p:sld>
</file>

<file path=ppt/slides/slide16.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87865CC-8F03-4AE1-822C-11A3D867EA27}"/>
              </a:ext>
            </a:extLst>
          </p:cNvPr>
          <p:cNvSpPr>
            <a:spLocks xmlns:a="http://schemas.openxmlformats.org/drawingml/2006/main" noGrp="1"/>
          </p:cNvSpPr>
          <p:nvPr/>
        </p:nvSpPr>
        <p:spPr>
          <a:xfrm xmlns:a="http://schemas.openxmlformats.org/drawingml/2006/main">
            <a:off x="647700" y="4000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a:solidFill>
                  <a:srgbClr val="FFFFFF"/>
                </a:solidFill>
              </a:defRPr>
            </a:defPPr>
            <a:lvl1pPr algn="l">
              <a:defRPr sz="2475" b="1">
                <a:solidFill>
                  <a:srgbClr val="FFFFFF"/>
                </a:solidFill>
              </a:defRPr>
            </a:lvl1pPr>
            <a:lvl2pPr algn="l">
              <a:defRPr sz="2475" b="1">
                <a:solidFill>
                  <a:srgbClr val="FFFFFF"/>
                </a:solidFill>
              </a:defRPr>
            </a:lvl2pPr>
            <a:lvl3pPr algn="l">
              <a:defRPr sz="2475" b="1">
                <a:solidFill>
                  <a:srgbClr val="FFFFFF"/>
                </a:solidFill>
              </a:defRPr>
            </a:lvl3pPr>
            <a:lvl4pPr algn="l">
              <a:defRPr sz="2475" b="1">
                <a:solidFill>
                  <a:srgbClr val="FFFFFF"/>
                </a:solidFill>
              </a:defRPr>
            </a:lvl4pPr>
            <a:lvl5pPr algn="l">
              <a:defRPr sz="2475" b="1">
                <a:solidFill>
                  <a:srgbClr val="FFFFFF"/>
                </a:solidFill>
              </a:defRPr>
            </a:lvl5pPr>
            <a:lvl6pPr algn="l">
              <a:defRPr sz="2475" b="1">
                <a:solidFill>
                  <a:srgbClr val="FFFFFF"/>
                </a:solidFill>
              </a:defRPr>
            </a:lvl6pPr>
            <a:lvl7pPr algn="l">
              <a:defRPr sz="2475" b="1">
                <a:solidFill>
                  <a:srgbClr val="FFFFFF"/>
                </a:solidFill>
              </a:defRPr>
            </a:lvl7pPr>
            <a:lvl8pPr algn="l">
              <a:defRPr sz="2475" b="1">
                <a:solidFill>
                  <a:srgbClr val="FFFFFF"/>
                </a:solidFill>
              </a:defRPr>
            </a:lvl8pPr>
            <a:lvl9pPr algn="l">
              <a:defRPr sz="2475" b="1">
                <a:solidFill>
                  <a:srgbClr val="FFFFFF"/>
                </a:solidFill>
              </a:defRPr>
            </a:lvl9pPr>
          </a:lstStyle>
          <a:p xmlns:a="http://schemas.openxmlformats.org/drawingml/2006/main">
            <a:pPr algn="l">
              <a:defRPr sz="2475" b="1">
                <a:solidFill>
                  <a:srgbClr val="FFFFFF"/>
                </a:solidFill>
              </a:defRPr>
            </a:pPr>
            <a:r>
              <a:rPr sz="2475" b="1">
                <a:solidFill>
                  <a:srgbClr val="FFFFFF"/>
                </a:solidFill>
              </a:rPr>
              <a:t>今後の展望</a:t>
            </a:r>
          </a:p>
        </p:txBody>
      </p:sp>
      <p:sp>
        <p:nvSpPr>
          <p:cNvPr id="2" name="">
            <a:extLst xmlns:a="http://schemas.openxmlformats.org/drawingml/2006/main">
              <a:ext uri="{FF2B5EF4-FFF2-40B4-BE49-F238E27FC236}">
                <a16:creationId xmlns:a16="http://schemas.microsoft.com/office/drawing/2014/main" id="{BACD594F-C4C5-4C6A-908F-3BB359C484B8}"/>
              </a:ext>
            </a:extLst>
          </p:cNvPr>
          <p:cNvSpPr>
            <a:spLocks xmlns:a="http://schemas.openxmlformats.org/drawingml/2006/main" noGrp="1"/>
          </p:cNvSpPr>
          <p:nvPr/>
        </p:nvSpPr>
        <p:spPr>
          <a:xfrm xmlns:a="http://schemas.openxmlformats.org/drawingml/2006/main">
            <a:off x="10877550" y="495300"/>
            <a:ext cx="66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39D7FF"/>
                </a:solidFill>
              </a:defRPr>
            </a:defPPr>
            <a:lvl1pPr algn="r">
              <a:defRPr sz="1050" b="1">
                <a:solidFill>
                  <a:srgbClr val="39D7FF"/>
                </a:solidFill>
              </a:defRPr>
            </a:lvl1pPr>
            <a:lvl2pPr algn="r">
              <a:defRPr sz="1050" b="1">
                <a:solidFill>
                  <a:srgbClr val="39D7FF"/>
                </a:solidFill>
              </a:defRPr>
            </a:lvl2pPr>
            <a:lvl3pPr algn="r">
              <a:defRPr sz="1050" b="1">
                <a:solidFill>
                  <a:srgbClr val="39D7FF"/>
                </a:solidFill>
              </a:defRPr>
            </a:lvl3pPr>
            <a:lvl4pPr algn="r">
              <a:defRPr sz="1050" b="1">
                <a:solidFill>
                  <a:srgbClr val="39D7FF"/>
                </a:solidFill>
              </a:defRPr>
            </a:lvl4pPr>
            <a:lvl5pPr algn="r">
              <a:defRPr sz="1050" b="1">
                <a:solidFill>
                  <a:srgbClr val="39D7FF"/>
                </a:solidFill>
              </a:defRPr>
            </a:lvl5pPr>
            <a:lvl6pPr algn="r">
              <a:defRPr sz="1050" b="1">
                <a:solidFill>
                  <a:srgbClr val="39D7FF"/>
                </a:solidFill>
              </a:defRPr>
            </a:lvl6pPr>
            <a:lvl7pPr algn="r">
              <a:defRPr sz="1050" b="1">
                <a:solidFill>
                  <a:srgbClr val="39D7FF"/>
                </a:solidFill>
              </a:defRPr>
            </a:lvl7pPr>
            <a:lvl8pPr algn="r">
              <a:defRPr sz="1050" b="1">
                <a:solidFill>
                  <a:srgbClr val="39D7FF"/>
                </a:solidFill>
              </a:defRPr>
            </a:lvl8pPr>
            <a:lvl9pPr algn="r">
              <a:defRPr sz="1050" b="1">
                <a:solidFill>
                  <a:srgbClr val="39D7FF"/>
                </a:solidFill>
              </a:defRPr>
            </a:lvl9pPr>
          </a:lstStyle>
          <a:p xmlns:a="http://schemas.openxmlformats.org/drawingml/2006/main">
            <a:pPr algn="r">
              <a:defRPr sz="1050" b="1">
                <a:solidFill>
                  <a:srgbClr val="39D7FF"/>
                </a:solidFill>
              </a:defRPr>
            </a:pPr>
            <a:r>
              <a:rPr sz="1050" b="1">
                <a:solidFill>
                  <a:srgbClr val="39D7FF"/>
                </a:solidFill>
              </a:rPr>
              <a:t>16</a:t>
            </a:r>
          </a:p>
        </p:txBody>
      </p:sp>
      <p:sp>
        <p:nvSpPr>
          <p:cNvPr id="3" name="">
            <a:extLst xmlns:a="http://schemas.openxmlformats.org/drawingml/2006/main">
              <a:ext uri="{FF2B5EF4-FFF2-40B4-BE49-F238E27FC236}">
                <a16:creationId xmlns:a16="http://schemas.microsoft.com/office/drawing/2014/main" id="{89D54FF2-4544-43C5-B6DD-F0E2DE252EB1}"/>
              </a:ext>
            </a:extLst>
          </p:cNvPr>
          <p:cNvSpPr>
            <a:spLocks xmlns:a="http://schemas.openxmlformats.org/drawingml/2006/main" noGrp="1"/>
          </p:cNvSpPr>
          <p:nvPr/>
        </p:nvSpPr>
        <p:spPr>
          <a:xfrm xmlns:a="http://schemas.openxmlformats.org/drawingml/2006/main">
            <a:off x="647700" y="1000125"/>
            <a:ext cx="10896600" cy="190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B08E8BE-9584-4533-9795-B618F65B1F3D}"/>
              </a:ext>
            </a:extLst>
          </p:cNvPr>
          <p:cNvSpPr>
            <a:spLocks xmlns:a="http://schemas.openxmlformats.org/drawingml/2006/main" noGrp="1"/>
          </p:cNvSpPr>
          <p:nvPr/>
        </p:nvSpPr>
        <p:spPr>
          <a:xfrm xmlns:a="http://schemas.openxmlformats.org/drawingml/2006/main">
            <a:off x="666750" y="1381125"/>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39D7FF"/>
                </a:solidFill>
              </a:defRPr>
            </a:defPPr>
            <a:lvl1pPr algn="l">
              <a:defRPr sz="2100" b="1">
                <a:solidFill>
                  <a:srgbClr val="39D7FF"/>
                </a:solidFill>
              </a:defRPr>
            </a:lvl1pPr>
            <a:lvl2pPr algn="l">
              <a:defRPr sz="2100" b="1">
                <a:solidFill>
                  <a:srgbClr val="39D7FF"/>
                </a:solidFill>
              </a:defRPr>
            </a:lvl2pPr>
            <a:lvl3pPr algn="l">
              <a:defRPr sz="2100" b="1">
                <a:solidFill>
                  <a:srgbClr val="39D7FF"/>
                </a:solidFill>
              </a:defRPr>
            </a:lvl3pPr>
            <a:lvl4pPr algn="l">
              <a:defRPr sz="2100" b="1">
                <a:solidFill>
                  <a:srgbClr val="39D7FF"/>
                </a:solidFill>
              </a:defRPr>
            </a:lvl4pPr>
            <a:lvl5pPr algn="l">
              <a:defRPr sz="2100" b="1">
                <a:solidFill>
                  <a:srgbClr val="39D7FF"/>
                </a:solidFill>
              </a:defRPr>
            </a:lvl5pPr>
            <a:lvl6pPr algn="l">
              <a:defRPr sz="2100" b="1">
                <a:solidFill>
                  <a:srgbClr val="39D7FF"/>
                </a:solidFill>
              </a:defRPr>
            </a:lvl6pPr>
            <a:lvl7pPr algn="l">
              <a:defRPr sz="2100" b="1">
                <a:solidFill>
                  <a:srgbClr val="39D7FF"/>
                </a:solidFill>
              </a:defRPr>
            </a:lvl7pPr>
            <a:lvl8pPr algn="l">
              <a:defRPr sz="2100" b="1">
                <a:solidFill>
                  <a:srgbClr val="39D7FF"/>
                </a:solidFill>
              </a:defRPr>
            </a:lvl8pPr>
            <a:lvl9pPr algn="l">
              <a:defRPr sz="2100" b="1">
                <a:solidFill>
                  <a:srgbClr val="39D7FF"/>
                </a:solidFill>
              </a:defRPr>
            </a:lvl9pPr>
          </a:lstStyle>
          <a:p xmlns:a="http://schemas.openxmlformats.org/drawingml/2006/main">
            <a:pPr algn="l">
              <a:defRPr sz="2100" b="1">
                <a:solidFill>
                  <a:srgbClr val="39D7FF"/>
                </a:solidFill>
              </a:defRPr>
            </a:pPr>
            <a:r>
              <a:rPr sz="2100" b="1">
                <a:solidFill>
                  <a:srgbClr val="39D7FF"/>
                </a:solidFill>
              </a:rPr>
              <a:t>スラスター表現をゲーム全体へ自然に広げる</a:t>
            </a:r>
          </a:p>
        </p:txBody>
      </p:sp>
      <p:sp>
        <p:nvSpPr>
          <p:cNvPr id="5" name="">
            <a:extLst xmlns:a="http://schemas.openxmlformats.org/drawingml/2006/main">
              <a:ext uri="{FF2B5EF4-FFF2-40B4-BE49-F238E27FC236}">
                <a16:creationId xmlns:a16="http://schemas.microsoft.com/office/drawing/2014/main" id="{2429B736-9CDC-4C37-8160-2AAA0BC23953}"/>
              </a:ext>
            </a:extLst>
          </p:cNvPr>
          <p:cNvSpPr>
            <a:spLocks xmlns:a="http://schemas.openxmlformats.org/drawingml/2006/main" noGrp="1"/>
          </p:cNvSpPr>
          <p:nvPr/>
        </p:nvSpPr>
        <p:spPr>
          <a:xfrm xmlns:a="http://schemas.openxmlformats.org/drawingml/2006/main">
            <a:off x="933450" y="232410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F161D5"/>
                </a:solidFill>
              </a:defRPr>
            </a:defPPr>
            <a:lvl1pPr algn="l">
              <a:defRPr sz="1425" b="1">
                <a:solidFill>
                  <a:srgbClr val="F161D5"/>
                </a:solidFill>
              </a:defRPr>
            </a:lvl1pPr>
            <a:lvl2pPr algn="l">
              <a:defRPr sz="1425" b="1">
                <a:solidFill>
                  <a:srgbClr val="F161D5"/>
                </a:solidFill>
              </a:defRPr>
            </a:lvl2pPr>
            <a:lvl3pPr algn="l">
              <a:defRPr sz="1425" b="1">
                <a:solidFill>
                  <a:srgbClr val="F161D5"/>
                </a:solidFill>
              </a:defRPr>
            </a:lvl3pPr>
            <a:lvl4pPr algn="l">
              <a:defRPr sz="1425" b="1">
                <a:solidFill>
                  <a:srgbClr val="F161D5"/>
                </a:solidFill>
              </a:defRPr>
            </a:lvl4pPr>
            <a:lvl5pPr algn="l">
              <a:defRPr sz="1425" b="1">
                <a:solidFill>
                  <a:srgbClr val="F161D5"/>
                </a:solidFill>
              </a:defRPr>
            </a:lvl5pPr>
            <a:lvl6pPr algn="l">
              <a:defRPr sz="1425" b="1">
                <a:solidFill>
                  <a:srgbClr val="F161D5"/>
                </a:solidFill>
              </a:defRPr>
            </a:lvl6pPr>
            <a:lvl7pPr algn="l">
              <a:defRPr sz="1425" b="1">
                <a:solidFill>
                  <a:srgbClr val="F161D5"/>
                </a:solidFill>
              </a:defRPr>
            </a:lvl7pPr>
            <a:lvl8pPr algn="l">
              <a:defRPr sz="1425" b="1">
                <a:solidFill>
                  <a:srgbClr val="F161D5"/>
                </a:solidFill>
              </a:defRPr>
            </a:lvl8pPr>
            <a:lvl9pPr algn="l">
              <a:defRPr sz="1425" b="1">
                <a:solidFill>
                  <a:srgbClr val="F161D5"/>
                </a:solidFill>
              </a:defRPr>
            </a:lvl9pPr>
          </a:lstStyle>
          <a:p xmlns:a="http://schemas.openxmlformats.org/drawingml/2006/main">
            <a:pPr algn="l">
              <a:defRPr sz="1425" b="1">
                <a:solidFill>
                  <a:srgbClr val="F161D5"/>
                </a:solidFill>
              </a:defRPr>
            </a:pPr>
            <a:r>
              <a:rPr sz="1425" b="1">
                <a:solidFill>
                  <a:srgbClr val="F161D5"/>
                </a:solidFill>
              </a:rPr>
              <a:t>01</a:t>
            </a:r>
          </a:p>
        </p:txBody>
      </p:sp>
      <p:sp>
        <p:nvSpPr>
          <p:cNvPr id="6" name="">
            <a:extLst xmlns:a="http://schemas.openxmlformats.org/drawingml/2006/main">
              <a:ext uri="{FF2B5EF4-FFF2-40B4-BE49-F238E27FC236}">
                <a16:creationId xmlns:a16="http://schemas.microsoft.com/office/drawing/2014/main" id="{A0249B38-0AAF-47D9-8B15-8E04530B27F2}"/>
              </a:ext>
            </a:extLst>
          </p:cNvPr>
          <p:cNvSpPr>
            <a:spLocks xmlns:a="http://schemas.openxmlformats.org/drawingml/2006/main" noGrp="1"/>
          </p:cNvSpPr>
          <p:nvPr/>
        </p:nvSpPr>
        <p:spPr>
          <a:xfrm xmlns:a="http://schemas.openxmlformats.org/drawingml/2006/main">
            <a:off x="1752600" y="2352675"/>
            <a:ext cx="47625" cy="704850"/>
          </a:xfrm>
          <a:prstGeom xmlns:a="http://schemas.openxmlformats.org/drawingml/2006/main" prst="rect">
            <a:avLst/>
          </a:prstGeom>
          <a:solidFill xmlns:a="http://schemas.openxmlformats.org/drawingml/2006/main">
            <a:srgbClr val="F161D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587BC9A-D2E5-4CEF-AC61-A4B6A2BBB433}"/>
              </a:ext>
            </a:extLst>
          </p:cNvPr>
          <p:cNvSpPr>
            <a:spLocks xmlns:a="http://schemas.openxmlformats.org/drawingml/2006/main" noGrp="1"/>
          </p:cNvSpPr>
          <p:nvPr/>
        </p:nvSpPr>
        <p:spPr>
          <a:xfrm xmlns:a="http://schemas.openxmlformats.org/drawingml/2006/main">
            <a:off x="2095500" y="23050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変形後のスラスター位置調整</a:t>
            </a:r>
          </a:p>
        </p:txBody>
      </p:sp>
      <p:sp>
        <p:nvSpPr>
          <p:cNvPr id="8" name="">
            <a:extLst xmlns:a="http://schemas.openxmlformats.org/drawingml/2006/main">
              <a:ext uri="{FF2B5EF4-FFF2-40B4-BE49-F238E27FC236}">
                <a16:creationId xmlns:a16="http://schemas.microsoft.com/office/drawing/2014/main" id="{B6214B3D-7DFF-4A9D-A8F5-700BB23B4EC3}"/>
              </a:ext>
            </a:extLst>
          </p:cNvPr>
          <p:cNvSpPr>
            <a:spLocks xmlns:a="http://schemas.openxmlformats.org/drawingml/2006/main" noGrp="1"/>
          </p:cNvSpPr>
          <p:nvPr/>
        </p:nvSpPr>
        <p:spPr>
          <a:xfrm xmlns:a="http://schemas.openxmlformats.org/drawingml/2006/main">
            <a:off x="2095500" y="26860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A8C1D1"/>
                </a:solidFill>
              </a:defRPr>
            </a:defPPr>
            <a:lvl1pPr algn="l">
              <a:defRPr sz="1275" b="0">
                <a:solidFill>
                  <a:srgbClr val="A8C1D1"/>
                </a:solidFill>
              </a:defRPr>
            </a:lvl1pPr>
            <a:lvl2pPr algn="l">
              <a:defRPr sz="1275" b="0">
                <a:solidFill>
                  <a:srgbClr val="A8C1D1"/>
                </a:solidFill>
              </a:defRPr>
            </a:lvl2pPr>
            <a:lvl3pPr algn="l">
              <a:defRPr sz="1275" b="0">
                <a:solidFill>
                  <a:srgbClr val="A8C1D1"/>
                </a:solidFill>
              </a:defRPr>
            </a:lvl3pPr>
            <a:lvl4pPr algn="l">
              <a:defRPr sz="1275" b="0">
                <a:solidFill>
                  <a:srgbClr val="A8C1D1"/>
                </a:solidFill>
              </a:defRPr>
            </a:lvl4pPr>
            <a:lvl5pPr algn="l">
              <a:defRPr sz="1275" b="0">
                <a:solidFill>
                  <a:srgbClr val="A8C1D1"/>
                </a:solidFill>
              </a:defRPr>
            </a:lvl5pPr>
            <a:lvl6pPr algn="l">
              <a:defRPr sz="1275" b="0">
                <a:solidFill>
                  <a:srgbClr val="A8C1D1"/>
                </a:solidFill>
              </a:defRPr>
            </a:lvl6pPr>
            <a:lvl7pPr algn="l">
              <a:defRPr sz="1275" b="0">
                <a:solidFill>
                  <a:srgbClr val="A8C1D1"/>
                </a:solidFill>
              </a:defRPr>
            </a:lvl7pPr>
            <a:lvl8pPr algn="l">
              <a:defRPr sz="1275" b="0">
                <a:solidFill>
                  <a:srgbClr val="A8C1D1"/>
                </a:solidFill>
              </a:defRPr>
            </a:lvl8pPr>
            <a:lvl9pPr algn="l">
              <a:defRPr sz="1275" b="0">
                <a:solidFill>
                  <a:srgbClr val="A8C1D1"/>
                </a:solidFill>
              </a:defRPr>
            </a:lvl9pPr>
          </a:lstStyle>
          <a:p xmlns:a="http://schemas.openxmlformats.org/drawingml/2006/main">
            <a:pPr algn="l">
              <a:defRPr sz="1275" b="0">
                <a:solidFill>
                  <a:srgbClr val="A8C1D1"/>
                </a:solidFill>
              </a:defRPr>
            </a:pPr>
            <a:r>
              <a:rPr sz="1275" b="0">
                <a:solidFill>
                  <a:srgbClr val="A8C1D1"/>
                </a:solidFill>
              </a:rPr>
              <a:t>各形態のノズル位置を調整し、噴射の起点をモデルへ正確に合わせる</a:t>
            </a:r>
          </a:p>
        </p:txBody>
      </p:sp>
      <p:sp>
        <p:nvSpPr>
          <p:cNvPr id="9" name="">
            <a:extLst xmlns:a="http://schemas.openxmlformats.org/drawingml/2006/main">
              <a:ext uri="{FF2B5EF4-FFF2-40B4-BE49-F238E27FC236}">
                <a16:creationId xmlns:a16="http://schemas.microsoft.com/office/drawing/2014/main" id="{D7BB3DC1-0700-484F-A816-2A22755F7EB8}"/>
              </a:ext>
            </a:extLst>
          </p:cNvPr>
          <p:cNvSpPr>
            <a:spLocks xmlns:a="http://schemas.openxmlformats.org/drawingml/2006/main" noGrp="1"/>
          </p:cNvSpPr>
          <p:nvPr/>
        </p:nvSpPr>
        <p:spPr>
          <a:xfrm xmlns:a="http://schemas.openxmlformats.org/drawingml/2006/main">
            <a:off x="933450" y="335280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39D7FF"/>
                </a:solidFill>
              </a:defRPr>
            </a:defPPr>
            <a:lvl1pPr algn="l">
              <a:defRPr sz="1425" b="1">
                <a:solidFill>
                  <a:srgbClr val="39D7FF"/>
                </a:solidFill>
              </a:defRPr>
            </a:lvl1pPr>
            <a:lvl2pPr algn="l">
              <a:defRPr sz="1425" b="1">
                <a:solidFill>
                  <a:srgbClr val="39D7FF"/>
                </a:solidFill>
              </a:defRPr>
            </a:lvl2pPr>
            <a:lvl3pPr algn="l">
              <a:defRPr sz="1425" b="1">
                <a:solidFill>
                  <a:srgbClr val="39D7FF"/>
                </a:solidFill>
              </a:defRPr>
            </a:lvl3pPr>
            <a:lvl4pPr algn="l">
              <a:defRPr sz="1425" b="1">
                <a:solidFill>
                  <a:srgbClr val="39D7FF"/>
                </a:solidFill>
              </a:defRPr>
            </a:lvl4pPr>
            <a:lvl5pPr algn="l">
              <a:defRPr sz="1425" b="1">
                <a:solidFill>
                  <a:srgbClr val="39D7FF"/>
                </a:solidFill>
              </a:defRPr>
            </a:lvl5pPr>
            <a:lvl6pPr algn="l">
              <a:defRPr sz="1425" b="1">
                <a:solidFill>
                  <a:srgbClr val="39D7FF"/>
                </a:solidFill>
              </a:defRPr>
            </a:lvl6pPr>
            <a:lvl7pPr algn="l">
              <a:defRPr sz="1425" b="1">
                <a:solidFill>
                  <a:srgbClr val="39D7FF"/>
                </a:solidFill>
              </a:defRPr>
            </a:lvl7pPr>
            <a:lvl8pPr algn="l">
              <a:defRPr sz="1425" b="1">
                <a:solidFill>
                  <a:srgbClr val="39D7FF"/>
                </a:solidFill>
              </a:defRPr>
            </a:lvl8pPr>
            <a:lvl9pPr algn="l">
              <a:defRPr sz="1425" b="1">
                <a:solidFill>
                  <a:srgbClr val="39D7FF"/>
                </a:solidFill>
              </a:defRPr>
            </a:lvl9pPr>
          </a:lstStyle>
          <a:p xmlns:a="http://schemas.openxmlformats.org/drawingml/2006/main">
            <a:pPr algn="l">
              <a:defRPr sz="1425" b="1">
                <a:solidFill>
                  <a:srgbClr val="39D7FF"/>
                </a:solidFill>
              </a:defRPr>
            </a:pPr>
            <a:r>
              <a:rPr sz="1425" b="1">
                <a:solidFill>
                  <a:srgbClr val="39D7FF"/>
                </a:solidFill>
              </a:rPr>
              <a:t>02</a:t>
            </a:r>
          </a:p>
        </p:txBody>
      </p:sp>
      <p:sp>
        <p:nvSpPr>
          <p:cNvPr id="10" name="">
            <a:extLst xmlns:a="http://schemas.openxmlformats.org/drawingml/2006/main">
              <a:ext uri="{FF2B5EF4-FFF2-40B4-BE49-F238E27FC236}">
                <a16:creationId xmlns:a16="http://schemas.microsoft.com/office/drawing/2014/main" id="{51C8906C-4B30-4296-879C-352C70F226BF}"/>
              </a:ext>
            </a:extLst>
          </p:cNvPr>
          <p:cNvSpPr>
            <a:spLocks xmlns:a="http://schemas.openxmlformats.org/drawingml/2006/main" noGrp="1"/>
          </p:cNvSpPr>
          <p:nvPr/>
        </p:nvSpPr>
        <p:spPr>
          <a:xfrm xmlns:a="http://schemas.openxmlformats.org/drawingml/2006/main">
            <a:off x="1752600" y="3381375"/>
            <a:ext cx="47625" cy="704850"/>
          </a:xfrm>
          <a:prstGeom xmlns:a="http://schemas.openxmlformats.org/drawingml/2006/main" prst="rect">
            <a:avLst/>
          </a:prstGeom>
          <a:solidFill xmlns:a="http://schemas.openxmlformats.org/drawingml/2006/main">
            <a:srgbClr val="39D7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0B7B2DC-5C6F-4792-A0D3-43CC8A0C91FF}"/>
              </a:ext>
            </a:extLst>
          </p:cNvPr>
          <p:cNvSpPr>
            <a:spLocks xmlns:a="http://schemas.openxmlformats.org/drawingml/2006/main" noGrp="1"/>
          </p:cNvSpPr>
          <p:nvPr/>
        </p:nvSpPr>
        <p:spPr>
          <a:xfrm xmlns:a="http://schemas.openxmlformats.org/drawingml/2006/main">
            <a:off x="2095500" y="33337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ボス攻撃を正式版へ</a:t>
            </a:r>
          </a:p>
        </p:txBody>
      </p:sp>
      <p:sp>
        <p:nvSpPr>
          <p:cNvPr id="12" name="">
            <a:extLst xmlns:a="http://schemas.openxmlformats.org/drawingml/2006/main">
              <a:ext uri="{FF2B5EF4-FFF2-40B4-BE49-F238E27FC236}">
                <a16:creationId xmlns:a16="http://schemas.microsoft.com/office/drawing/2014/main" id="{13F229B6-87B1-4E64-B62A-72B572E17C78}"/>
              </a:ext>
            </a:extLst>
          </p:cNvPr>
          <p:cNvSpPr>
            <a:spLocks xmlns:a="http://schemas.openxmlformats.org/drawingml/2006/main" noGrp="1"/>
          </p:cNvSpPr>
          <p:nvPr/>
        </p:nvSpPr>
        <p:spPr>
          <a:xfrm xmlns:a="http://schemas.openxmlformats.org/drawingml/2006/main">
            <a:off x="2095500" y="37147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A8C1D1"/>
                </a:solidFill>
              </a:defRPr>
            </a:defPPr>
            <a:lvl1pPr algn="l">
              <a:defRPr sz="1275" b="0">
                <a:solidFill>
                  <a:srgbClr val="A8C1D1"/>
                </a:solidFill>
              </a:defRPr>
            </a:lvl1pPr>
            <a:lvl2pPr algn="l">
              <a:defRPr sz="1275" b="0">
                <a:solidFill>
                  <a:srgbClr val="A8C1D1"/>
                </a:solidFill>
              </a:defRPr>
            </a:lvl2pPr>
            <a:lvl3pPr algn="l">
              <a:defRPr sz="1275" b="0">
                <a:solidFill>
                  <a:srgbClr val="A8C1D1"/>
                </a:solidFill>
              </a:defRPr>
            </a:lvl3pPr>
            <a:lvl4pPr algn="l">
              <a:defRPr sz="1275" b="0">
                <a:solidFill>
                  <a:srgbClr val="A8C1D1"/>
                </a:solidFill>
              </a:defRPr>
            </a:lvl4pPr>
            <a:lvl5pPr algn="l">
              <a:defRPr sz="1275" b="0">
                <a:solidFill>
                  <a:srgbClr val="A8C1D1"/>
                </a:solidFill>
              </a:defRPr>
            </a:lvl5pPr>
            <a:lvl6pPr algn="l">
              <a:defRPr sz="1275" b="0">
                <a:solidFill>
                  <a:srgbClr val="A8C1D1"/>
                </a:solidFill>
              </a:defRPr>
            </a:lvl6pPr>
            <a:lvl7pPr algn="l">
              <a:defRPr sz="1275" b="0">
                <a:solidFill>
                  <a:srgbClr val="A8C1D1"/>
                </a:solidFill>
              </a:defRPr>
            </a:lvl7pPr>
            <a:lvl8pPr algn="l">
              <a:defRPr sz="1275" b="0">
                <a:solidFill>
                  <a:srgbClr val="A8C1D1"/>
                </a:solidFill>
              </a:defRPr>
            </a:lvl8pPr>
            <a:lvl9pPr algn="l">
              <a:defRPr sz="1275" b="0">
                <a:solidFill>
                  <a:srgbClr val="A8C1D1"/>
                </a:solidFill>
              </a:defRPr>
            </a:lvl9pPr>
          </a:lstStyle>
          <a:p xmlns:a="http://schemas.openxmlformats.org/drawingml/2006/main">
            <a:pPr algn="l">
              <a:defRPr sz="1275" b="0">
                <a:solidFill>
                  <a:srgbClr val="A8C1D1"/>
                </a:solidFill>
              </a:defRPr>
            </a:pPr>
            <a:r>
              <a:rPr sz="1275" b="0">
                <a:solidFill>
                  <a:srgbClr val="A8C1D1"/>
                </a:solidFill>
              </a:rPr>
              <a:t>攻撃の予兆とエフェクトを整え、戦闘中の見やすさを上げる</a:t>
            </a:r>
          </a:p>
        </p:txBody>
      </p:sp>
      <p:sp>
        <p:nvSpPr>
          <p:cNvPr id="13" name="">
            <a:extLst xmlns:a="http://schemas.openxmlformats.org/drawingml/2006/main">
              <a:ext uri="{FF2B5EF4-FFF2-40B4-BE49-F238E27FC236}">
                <a16:creationId xmlns:a16="http://schemas.microsoft.com/office/drawing/2014/main" id="{380BA6F5-2434-453C-A9DD-9522DEBCD7E1}"/>
              </a:ext>
            </a:extLst>
          </p:cNvPr>
          <p:cNvSpPr>
            <a:spLocks xmlns:a="http://schemas.openxmlformats.org/drawingml/2006/main" noGrp="1"/>
          </p:cNvSpPr>
          <p:nvPr/>
        </p:nvSpPr>
        <p:spPr>
          <a:xfrm xmlns:a="http://schemas.openxmlformats.org/drawingml/2006/main">
            <a:off x="933450" y="438150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6DE0B2"/>
                </a:solidFill>
              </a:defRPr>
            </a:defPPr>
            <a:lvl1pPr algn="l">
              <a:defRPr sz="1425" b="1">
                <a:solidFill>
                  <a:srgbClr val="6DE0B2"/>
                </a:solidFill>
              </a:defRPr>
            </a:lvl1pPr>
            <a:lvl2pPr algn="l">
              <a:defRPr sz="1425" b="1">
                <a:solidFill>
                  <a:srgbClr val="6DE0B2"/>
                </a:solidFill>
              </a:defRPr>
            </a:lvl2pPr>
            <a:lvl3pPr algn="l">
              <a:defRPr sz="1425" b="1">
                <a:solidFill>
                  <a:srgbClr val="6DE0B2"/>
                </a:solidFill>
              </a:defRPr>
            </a:lvl3pPr>
            <a:lvl4pPr algn="l">
              <a:defRPr sz="1425" b="1">
                <a:solidFill>
                  <a:srgbClr val="6DE0B2"/>
                </a:solidFill>
              </a:defRPr>
            </a:lvl4pPr>
            <a:lvl5pPr algn="l">
              <a:defRPr sz="1425" b="1">
                <a:solidFill>
                  <a:srgbClr val="6DE0B2"/>
                </a:solidFill>
              </a:defRPr>
            </a:lvl5pPr>
            <a:lvl6pPr algn="l">
              <a:defRPr sz="1425" b="1">
                <a:solidFill>
                  <a:srgbClr val="6DE0B2"/>
                </a:solidFill>
              </a:defRPr>
            </a:lvl6pPr>
            <a:lvl7pPr algn="l">
              <a:defRPr sz="1425" b="1">
                <a:solidFill>
                  <a:srgbClr val="6DE0B2"/>
                </a:solidFill>
              </a:defRPr>
            </a:lvl7pPr>
            <a:lvl8pPr algn="l">
              <a:defRPr sz="1425" b="1">
                <a:solidFill>
                  <a:srgbClr val="6DE0B2"/>
                </a:solidFill>
              </a:defRPr>
            </a:lvl8pPr>
            <a:lvl9pPr algn="l">
              <a:defRPr sz="1425" b="1">
                <a:solidFill>
                  <a:srgbClr val="6DE0B2"/>
                </a:solidFill>
              </a:defRPr>
            </a:lvl9pPr>
          </a:lstStyle>
          <a:p xmlns:a="http://schemas.openxmlformats.org/drawingml/2006/main">
            <a:pPr algn="l">
              <a:defRPr sz="1425" b="1">
                <a:solidFill>
                  <a:srgbClr val="6DE0B2"/>
                </a:solidFill>
              </a:defRPr>
            </a:pPr>
            <a:r>
              <a:rPr sz="1425" b="1">
                <a:solidFill>
                  <a:srgbClr val="6DE0B2"/>
                </a:solidFill>
              </a:rPr>
              <a:t>03</a:t>
            </a:r>
          </a:p>
        </p:txBody>
      </p:sp>
      <p:sp>
        <p:nvSpPr>
          <p:cNvPr id="14" name="">
            <a:extLst xmlns:a="http://schemas.openxmlformats.org/drawingml/2006/main">
              <a:ext uri="{FF2B5EF4-FFF2-40B4-BE49-F238E27FC236}">
                <a16:creationId xmlns:a16="http://schemas.microsoft.com/office/drawing/2014/main" id="{EFAB5BF4-0273-4C56-978E-331AAB6A9266}"/>
              </a:ext>
            </a:extLst>
          </p:cNvPr>
          <p:cNvSpPr>
            <a:spLocks xmlns:a="http://schemas.openxmlformats.org/drawingml/2006/main" noGrp="1"/>
          </p:cNvSpPr>
          <p:nvPr/>
        </p:nvSpPr>
        <p:spPr>
          <a:xfrm xmlns:a="http://schemas.openxmlformats.org/drawingml/2006/main">
            <a:off x="1752600" y="4410075"/>
            <a:ext cx="47625" cy="704850"/>
          </a:xfrm>
          <a:prstGeom xmlns:a="http://schemas.openxmlformats.org/drawingml/2006/main" prst="rect">
            <a:avLst/>
          </a:prstGeom>
          <a:solidFill xmlns:a="http://schemas.openxmlformats.org/drawingml/2006/main">
            <a:srgbClr val="6DE0B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840B12C-800F-426C-97AA-F77DFAEC12E6}"/>
              </a:ext>
            </a:extLst>
          </p:cNvPr>
          <p:cNvSpPr>
            <a:spLocks xmlns:a="http://schemas.openxmlformats.org/drawingml/2006/main" noGrp="1"/>
          </p:cNvSpPr>
          <p:nvPr/>
        </p:nvSpPr>
        <p:spPr>
          <a:xfrm xmlns:a="http://schemas.openxmlformats.org/drawingml/2006/main">
            <a:off x="2095500" y="43624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被弾アラートを追加</a:t>
            </a:r>
          </a:p>
        </p:txBody>
      </p:sp>
      <p:sp>
        <p:nvSpPr>
          <p:cNvPr id="16" name="">
            <a:extLst xmlns:a="http://schemas.openxmlformats.org/drawingml/2006/main">
              <a:ext uri="{FF2B5EF4-FFF2-40B4-BE49-F238E27FC236}">
                <a16:creationId xmlns:a16="http://schemas.microsoft.com/office/drawing/2014/main" id="{3EDFAE92-4A84-4058-B272-D844F102DCC3}"/>
              </a:ext>
            </a:extLst>
          </p:cNvPr>
          <p:cNvSpPr>
            <a:spLocks xmlns:a="http://schemas.openxmlformats.org/drawingml/2006/main" noGrp="1"/>
          </p:cNvSpPr>
          <p:nvPr/>
        </p:nvSpPr>
        <p:spPr>
          <a:xfrm xmlns:a="http://schemas.openxmlformats.org/drawingml/2006/main">
            <a:off x="2095500" y="47434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A8C1D1"/>
                </a:solidFill>
              </a:defRPr>
            </a:defPPr>
            <a:lvl1pPr algn="l">
              <a:defRPr sz="1275" b="0">
                <a:solidFill>
                  <a:srgbClr val="A8C1D1"/>
                </a:solidFill>
              </a:defRPr>
            </a:lvl1pPr>
            <a:lvl2pPr algn="l">
              <a:defRPr sz="1275" b="0">
                <a:solidFill>
                  <a:srgbClr val="A8C1D1"/>
                </a:solidFill>
              </a:defRPr>
            </a:lvl2pPr>
            <a:lvl3pPr algn="l">
              <a:defRPr sz="1275" b="0">
                <a:solidFill>
                  <a:srgbClr val="A8C1D1"/>
                </a:solidFill>
              </a:defRPr>
            </a:lvl3pPr>
            <a:lvl4pPr algn="l">
              <a:defRPr sz="1275" b="0">
                <a:solidFill>
                  <a:srgbClr val="A8C1D1"/>
                </a:solidFill>
              </a:defRPr>
            </a:lvl4pPr>
            <a:lvl5pPr algn="l">
              <a:defRPr sz="1275" b="0">
                <a:solidFill>
                  <a:srgbClr val="A8C1D1"/>
                </a:solidFill>
              </a:defRPr>
            </a:lvl5pPr>
            <a:lvl6pPr algn="l">
              <a:defRPr sz="1275" b="0">
                <a:solidFill>
                  <a:srgbClr val="A8C1D1"/>
                </a:solidFill>
              </a:defRPr>
            </a:lvl6pPr>
            <a:lvl7pPr algn="l">
              <a:defRPr sz="1275" b="0">
                <a:solidFill>
                  <a:srgbClr val="A8C1D1"/>
                </a:solidFill>
              </a:defRPr>
            </a:lvl7pPr>
            <a:lvl8pPr algn="l">
              <a:defRPr sz="1275" b="0">
                <a:solidFill>
                  <a:srgbClr val="A8C1D1"/>
                </a:solidFill>
              </a:defRPr>
            </a:lvl8pPr>
            <a:lvl9pPr algn="l">
              <a:defRPr sz="1275" b="0">
                <a:solidFill>
                  <a:srgbClr val="A8C1D1"/>
                </a:solidFill>
              </a:defRPr>
            </a:lvl9pPr>
          </a:lstStyle>
          <a:p xmlns:a="http://schemas.openxmlformats.org/drawingml/2006/main">
            <a:pPr algn="l">
              <a:defRPr sz="1275" b="0">
                <a:solidFill>
                  <a:srgbClr val="A8C1D1"/>
                </a:solidFill>
              </a:defRPr>
            </a:pPr>
            <a:r>
              <a:rPr sz="1275" b="0">
                <a:solidFill>
                  <a:srgbClr val="A8C1D1"/>
                </a:solidFill>
              </a:rPr>
              <a:t>被弾の方向と危険度が分かる表示と音を追加する</a:t>
            </a:r>
          </a:p>
        </p:txBody>
      </p:sp>
      <p:sp>
        <p:nvSpPr>
          <p:cNvPr id="17" name="">
            <a:extLst xmlns:a="http://schemas.openxmlformats.org/drawingml/2006/main">
              <a:ext uri="{FF2B5EF4-FFF2-40B4-BE49-F238E27FC236}">
                <a16:creationId xmlns:a16="http://schemas.microsoft.com/office/drawing/2014/main" id="{C616A27B-60F7-4FBD-A24E-05C21D97E636}"/>
              </a:ext>
            </a:extLst>
          </p:cNvPr>
          <p:cNvSpPr>
            <a:spLocks xmlns:a="http://schemas.openxmlformats.org/drawingml/2006/main" noGrp="1"/>
          </p:cNvSpPr>
          <p:nvPr/>
        </p:nvSpPr>
        <p:spPr>
          <a:xfrm xmlns:a="http://schemas.openxmlformats.org/drawingml/2006/main">
            <a:off x="952500" y="584835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6DE0B2"/>
                </a:solidFill>
              </a:defRPr>
            </a:defPPr>
            <a:lvl1pPr algn="ctr">
              <a:defRPr sz="1575" b="1">
                <a:solidFill>
                  <a:srgbClr val="6DE0B2"/>
                </a:solidFill>
              </a:defRPr>
            </a:lvl1pPr>
            <a:lvl2pPr algn="ctr">
              <a:defRPr sz="1575" b="1">
                <a:solidFill>
                  <a:srgbClr val="6DE0B2"/>
                </a:solidFill>
              </a:defRPr>
            </a:lvl2pPr>
            <a:lvl3pPr algn="ctr">
              <a:defRPr sz="1575" b="1">
                <a:solidFill>
                  <a:srgbClr val="6DE0B2"/>
                </a:solidFill>
              </a:defRPr>
            </a:lvl3pPr>
            <a:lvl4pPr algn="ctr">
              <a:defRPr sz="1575" b="1">
                <a:solidFill>
                  <a:srgbClr val="6DE0B2"/>
                </a:solidFill>
              </a:defRPr>
            </a:lvl4pPr>
            <a:lvl5pPr algn="ctr">
              <a:defRPr sz="1575" b="1">
                <a:solidFill>
                  <a:srgbClr val="6DE0B2"/>
                </a:solidFill>
              </a:defRPr>
            </a:lvl5pPr>
            <a:lvl6pPr algn="ctr">
              <a:defRPr sz="1575" b="1">
                <a:solidFill>
                  <a:srgbClr val="6DE0B2"/>
                </a:solidFill>
              </a:defRPr>
            </a:lvl6pPr>
            <a:lvl7pPr algn="ctr">
              <a:defRPr sz="1575" b="1">
                <a:solidFill>
                  <a:srgbClr val="6DE0B2"/>
                </a:solidFill>
              </a:defRPr>
            </a:lvl7pPr>
            <a:lvl8pPr algn="ctr">
              <a:defRPr sz="1575" b="1">
                <a:solidFill>
                  <a:srgbClr val="6DE0B2"/>
                </a:solidFill>
              </a:defRPr>
            </a:lvl8pPr>
            <a:lvl9pPr algn="ctr">
              <a:defRPr sz="1575" b="1">
                <a:solidFill>
                  <a:srgbClr val="6DE0B2"/>
                </a:solidFill>
              </a:defRPr>
            </a:lvl9pPr>
          </a:lstStyle>
          <a:p xmlns:a="http://schemas.openxmlformats.org/drawingml/2006/main">
            <a:pPr algn="ctr">
              <a:defRPr sz="1575" b="1">
                <a:solidFill>
                  <a:srgbClr val="6DE0B2"/>
                </a:solidFill>
              </a:defRPr>
            </a:pPr>
            <a:r>
              <a:rPr sz="1575" b="1">
                <a:solidFill>
                  <a:srgbClr val="6DE0B2"/>
                </a:solidFill>
              </a:rPr>
              <a:t>プレイ中に気持ちよく読み取れる演出へ仕上げる</a:t>
            </a:r>
          </a:p>
        </p:txBody>
      </p:sp>
    </p:spTree>
    <p:extLst>
      <p:ext uri="{BB962C8B-B14F-4D97-AF65-F5344CB8AC3E}">
        <p14:creationId xmlns:p14="http://schemas.microsoft.com/office/powerpoint/2010/main" val="19147735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2026-10-18T15:08:07.7240000Z</dcterms:created>
  <dcterms:modified xsi:type="dcterms:W3CDTF">2026-10-18T15:08:07.7240000Z</dcterms:modified>
</coreProperties>
</file>